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ags/tag2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4118" r:id="rId4"/>
    <p:sldMasterId id="2147484303" r:id="rId5"/>
    <p:sldMasterId id="2147484310" r:id="rId6"/>
  </p:sldMasterIdLst>
  <p:notesMasterIdLst>
    <p:notesMasterId r:id="rId9"/>
  </p:notesMasterIdLst>
  <p:handoutMasterIdLst>
    <p:handoutMasterId r:id="rId10"/>
  </p:handoutMasterIdLst>
  <p:sldIdLst>
    <p:sldId id="2147483044" r:id="rId7"/>
    <p:sldId id="2147483045" r:id="rId8"/>
  </p:sldIdLst>
  <p:sldSz cx="12192000" cy="6858000"/>
  <p:notesSz cx="6797675" cy="9926638"/>
  <p:embeddedFontLst>
    <p:embeddedFont>
      <p:font typeface="Aptos Narrow" panose="020B0004020202020204" pitchFamily="34" charset="0"/>
      <p:regular r:id="rId11"/>
      <p:bold r:id="rId12"/>
      <p:italic r:id="rId13"/>
      <p:boldItalic r:id="rId14"/>
    </p:embeddedFont>
    <p:embeddedFont>
      <p:font typeface="Gadugi" panose="020B0502040204020203" pitchFamily="34" charset="0"/>
      <p:regular r:id="rId15"/>
      <p:bold r:id="rId16"/>
    </p:embeddedFont>
    <p:embeddedFont>
      <p:font typeface="Ubuntu" panose="020B0504030602030204" pitchFamily="34" charset="0"/>
      <p:regular r:id="rId17"/>
      <p:bold r:id="rId18"/>
      <p:italic r:id="rId19"/>
      <p:boldItalic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custDataLst>
    <p:tags r:id="rId25"/>
  </p:custData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orient="horz" pos="2954" userDrawn="1">
          <p15:clr>
            <a:srgbClr val="A4A3A4"/>
          </p15:clr>
        </p15:guide>
        <p15:guide id="19" pos="5632" userDrawn="1">
          <p15:clr>
            <a:srgbClr val="A4A3A4"/>
          </p15:clr>
        </p15:guide>
        <p15:guide id="20" pos="20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24ED0C-1EA9-587D-5C35-762D2428A11D}" name="Hoenig, Nick" initials="NH" userId="S::nick.hoenig@capgemini.com::b0cbed68-de20-4af2-a48a-933109547de7" providerId="AD"/>
  <p188:author id="{7E81490E-2189-3EA1-3109-F47ADC25E5EB}" name="Chen, Katie" initials="KC" userId="S::katie.chen@capgemini.com::a8df9609-c59b-4d59-b215-5dcad9439046" providerId="AD"/>
  <p188:author id="{39BB1222-F0BA-882D-6C56-FE74862662F3}" name="Wolfe-Coote, Vanessa" initials="" userId="S::vanessa.wolfe-coote@capgemini.com::1b8ec632-8026-47df-a303-ab580865118a" providerId="AD"/>
  <p188:author id="{AC8B5143-051C-E4A2-FBCF-C77072857CC2}" name="Marie, Melanie" initials="MM" userId="S::melanie.marie@capgemini.com::86fd03af-23be-4a2a-a037-f41514f7367d" providerId="AD"/>
  <p188:author id="{1FA80082-41A5-BEF8-6866-7EF5713BC3BE}" name="Goodman-Jones, Philip" initials="PG" userId="S::philip.goodman-jones@capgemini.com::56e2628f-c2ab-494a-ae9d-4a46818b53be" providerId="AD"/>
  <p188:author id="{64C876AD-CDD9-1A75-B040-65ACB93CAEAC}" name="Bhatkar, Pooja" initials="" userId="S::pooja.bhatkar@capgemini.com::afb20bcc-7704-4c3e-b235-0965b26ca609" providerId="AD"/>
  <p188:author id="{890879E9-6D5F-3709-E4E9-8310D22EA9C2}" name="Mina, George" initials="" userId="S::gerges.mina@capgemini.com::74b74214-41ff-4f1d-8df7-2be57dff5b17" providerId="AD"/>
  <p188:author id="{F50F60EB-1CEF-23A3-9C27-E34A25C359A3}" name="Schloeffel, Jake" initials="JS" userId="S::jake.schloeffel@capgemini.com::533ecf83-8dbe-4ae2-94c4-d6b1699ec1c6" providerId="AD"/>
  <p188:author id="{D4DCA3F7-DF72-252E-334E-DD4AD5F17508}" name="Menon.V, Hari" initials="HM" userId="S::hari.menon-v@capgemini.com::a9bd8dc8-183b-4e30-862e-e9e8fa00a43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4350"/>
    <a:srgbClr val="FFA125"/>
    <a:srgbClr val="FFC000"/>
    <a:srgbClr val="92D050"/>
    <a:srgbClr val="F2F2F2"/>
    <a:srgbClr val="FFFFFF"/>
    <a:srgbClr val="FFDA80"/>
    <a:srgbClr val="FFC7B3"/>
    <a:srgbClr val="F2F08A"/>
    <a:srgbClr val="FFE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D5650F-77BC-4D90-92D7-05318264D1F1}" v="363" dt="2026-05-01T01:23:25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3" autoAdjust="0"/>
    <p:restoredTop sz="94660"/>
  </p:normalViewPr>
  <p:slideViewPr>
    <p:cSldViewPr snapToGrid="0">
      <p:cViewPr varScale="1">
        <p:scale>
          <a:sx n="24" d="100"/>
          <a:sy n="24" d="100"/>
        </p:scale>
        <p:origin x="1584" y="258"/>
      </p:cViewPr>
      <p:guideLst>
        <p:guide orient="horz" pos="2954"/>
        <p:guide pos="5632"/>
        <p:guide pos="207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font" Target="fonts/font11.fntdata"/><Relationship Id="rId7" Type="http://schemas.openxmlformats.org/officeDocument/2006/relationships/slide" Target="slides/slide1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viewProps" Target="viewProp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B6225-3E94-4525-8747-A8CEEE07C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33FD8-B984-44FE-83F0-5C989EE62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r">
              <a:defRPr sz="1200"/>
            </a:lvl1pPr>
          </a:lstStyle>
          <a:p>
            <a:fld id="{86C988DC-9DE3-4390-97AB-D61B85DACE57}" type="datetimeFigureOut">
              <a:rPr lang="pt-PT" sz="900"/>
              <a:pPr/>
              <a:t>23/06/2026</a:t>
            </a:fld>
            <a:endParaRPr lang="pt-PT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D1E4F-EFF7-4551-A0B7-35D2A74F4F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F35C8-35E9-48DD-971F-B2366CC5B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r">
              <a:defRPr sz="1200"/>
            </a:lvl1pPr>
          </a:lstStyle>
          <a:p>
            <a:fld id="{2F190BF9-40D8-49B5-87EF-599BB2C7EE93}" type="slidenum">
              <a:rPr lang="pt-PT" sz="900"/>
              <a:pPr/>
              <a:t>‹#›</a:t>
            </a:fld>
            <a:endParaRPr lang="pt-PT" sz="900"/>
          </a:p>
        </p:txBody>
      </p:sp>
    </p:spTree>
    <p:extLst>
      <p:ext uri="{BB962C8B-B14F-4D97-AF65-F5344CB8AC3E}">
        <p14:creationId xmlns:p14="http://schemas.microsoft.com/office/powerpoint/2010/main" val="360930761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18" tIns="45708" rIns="91418" bIns="45708" rtlCol="0"/>
          <a:lstStyle>
            <a:lvl1pPr algn="r">
              <a:defRPr sz="900"/>
            </a:lvl1pPr>
          </a:lstStyle>
          <a:p>
            <a:fld id="{0835B8F7-DAC4-4931-8AED-4356A8B2FD64}" type="datetimeFigureOut">
              <a:rPr lang="pt-BR" smtClean="0"/>
              <a:pPr/>
              <a:t>23/06/2026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8" tIns="45708" rIns="91418" bIns="45708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18" tIns="45708" rIns="91418" bIns="45708" rtlCol="0"/>
          <a:lstStyle/>
          <a:p>
            <a:pPr lvl="0"/>
            <a:r>
              <a:rPr lang="pt-PT"/>
              <a:t>Insert comments</a:t>
            </a:r>
            <a:endParaRPr lang="pt-BR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50443" y="9428586"/>
            <a:ext cx="2945659" cy="498055"/>
          </a:xfrm>
          <a:prstGeom prst="rect">
            <a:avLst/>
          </a:prstGeom>
        </p:spPr>
        <p:txBody>
          <a:bodyPr vert="horz" lIns="91418" tIns="45708" rIns="91418" bIns="45708" rtlCol="0" anchor="b"/>
          <a:lstStyle>
            <a:lvl1pPr algn="r">
              <a:defRPr sz="900"/>
            </a:lvl1pPr>
          </a:lstStyle>
          <a:p>
            <a:fld id="{C0696B5C-12A0-4042-B4D0-BD3B9A4F58C6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33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1BBDC-7D91-D0DD-0A7A-B3C7BF18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7AB2F-2D53-F24C-BDD1-776F7AC23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E28D1-20A9-E8BF-3167-0F415FF8B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34ABF-5F8A-01AC-382D-BF3A2D260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3262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FB894-2EE3-1842-A16E-DB67B94B4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BF9B9-7AA0-C607-AC91-392DE3D81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736ED-9CBC-E833-336D-D76B32F5E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9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42199-5A52-0605-CFC7-B665AF0C4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96B5C-12A0-4042-B4D0-BD3B9A4F58C6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314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hyperlink" Target="http://www.facebook.com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slideshare.net/capgemini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hyperlink" Target="http://www.linkedin.com/company/capgemini" TargetMode="External"/><Relationship Id="rId9" Type="http://schemas.openxmlformats.org/officeDocument/2006/relationships/image" Target="../media/image9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hyperlink" Target="http://www.facebook.com/capgemini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slideshare.net/capgemini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hyperlink" Target="http://www.linkedin.com/company/capgemini" TargetMode="External"/><Relationship Id="rId9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2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pn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apgeminimedia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hyperlink" Target="http://www.facebook.com/capgemini" TargetMode="External"/><Relationship Id="rId1" Type="http://schemas.openxmlformats.org/officeDocument/2006/relationships/slideMaster" Target="../slideMasters/slideMaster3.xml"/><Relationship Id="rId6" Type="http://schemas.openxmlformats.org/officeDocument/2006/relationships/hyperlink" Target="http://www.slideshare.net/capgemini" TargetMode="External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hyperlink" Target="http://www.linkedin.com/company/capgemini" TargetMode="External"/><Relationship Id="rId9" Type="http://schemas.openxmlformats.org/officeDocument/2006/relationships/image" Target="../media/image9.pn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285134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938670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a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285134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637536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b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537237"/>
            <a:ext cx="4597606" cy="2243691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5987808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c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789868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205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8B5D9CCD-97AB-0A8C-8F1D-AB5C4C775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7808" y="-1636495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686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126607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ull Picture White Spa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515EF69-611F-4B2F-BC64-DD310E60015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911680 w 12192000"/>
              <a:gd name="connsiteY0" fmla="*/ 373627 h 6858000"/>
              <a:gd name="connsiteX1" fmla="*/ 11857975 w 12192000"/>
              <a:gd name="connsiteY1" fmla="*/ 408564 h 6858000"/>
              <a:gd name="connsiteX2" fmla="*/ 11820236 w 12192000"/>
              <a:gd name="connsiteY2" fmla="*/ 476983 h 6858000"/>
              <a:gd name="connsiteX3" fmla="*/ 11778143 w 12192000"/>
              <a:gd name="connsiteY3" fmla="*/ 538124 h 6858000"/>
              <a:gd name="connsiteX4" fmla="*/ 11708472 w 12192000"/>
              <a:gd name="connsiteY4" fmla="*/ 581796 h 6858000"/>
              <a:gd name="connsiteX5" fmla="*/ 11753468 w 12192000"/>
              <a:gd name="connsiteY5" fmla="*/ 593441 h 6858000"/>
              <a:gd name="connsiteX6" fmla="*/ 11802818 w 12192000"/>
              <a:gd name="connsiteY6" fmla="*/ 589074 h 6858000"/>
              <a:gd name="connsiteX7" fmla="*/ 11887005 w 12192000"/>
              <a:gd name="connsiteY7" fmla="*/ 552681 h 6858000"/>
              <a:gd name="connsiteX8" fmla="*/ 11823139 w 12192000"/>
              <a:gd name="connsiteY8" fmla="*/ 494452 h 6858000"/>
              <a:gd name="connsiteX9" fmla="*/ 11911680 w 12192000"/>
              <a:gd name="connsiteY9" fmla="*/ 522111 h 6858000"/>
              <a:gd name="connsiteX10" fmla="*/ 11974094 w 12192000"/>
              <a:gd name="connsiteY10" fmla="*/ 460970 h 6858000"/>
              <a:gd name="connsiteX11" fmla="*/ 11972642 w 12192000"/>
              <a:gd name="connsiteY11" fmla="*/ 404197 h 6858000"/>
              <a:gd name="connsiteX12" fmla="*/ 11911680 w 12192000"/>
              <a:gd name="connsiteY12" fmla="*/ 373627 h 6858000"/>
              <a:gd name="connsiteX13" fmla="*/ 11785438 w 12192000"/>
              <a:gd name="connsiteY13" fmla="*/ 207688 h 6858000"/>
              <a:gd name="connsiteX14" fmla="*/ 11562864 w 12192000"/>
              <a:gd name="connsiteY14" fmla="*/ 439169 h 6858000"/>
              <a:gd name="connsiteX15" fmla="*/ 11639965 w 12192000"/>
              <a:gd name="connsiteY15" fmla="*/ 551270 h 6858000"/>
              <a:gd name="connsiteX16" fmla="*/ 11725794 w 12192000"/>
              <a:gd name="connsiteY16" fmla="*/ 546903 h 6858000"/>
              <a:gd name="connsiteX17" fmla="*/ 11786893 w 12192000"/>
              <a:gd name="connsiteY17" fmla="*/ 490124 h 6858000"/>
              <a:gd name="connsiteX18" fmla="*/ 11833444 w 12192000"/>
              <a:gd name="connsiteY18" fmla="*/ 412964 h 6858000"/>
              <a:gd name="connsiteX19" fmla="*/ 11895998 w 12192000"/>
              <a:gd name="connsiteY19" fmla="*/ 360553 h 6858000"/>
              <a:gd name="connsiteX20" fmla="*/ 11971644 w 12192000"/>
              <a:gd name="connsiteY20" fmla="*/ 379479 h 6858000"/>
              <a:gd name="connsiteX21" fmla="*/ 11907636 w 12192000"/>
              <a:gd name="connsiteY21" fmla="*/ 281937 h 6858000"/>
              <a:gd name="connsiteX22" fmla="*/ 11795621 w 12192000"/>
              <a:gd name="connsiteY22" fmla="*/ 212056 h 6858000"/>
              <a:gd name="connsiteX23" fmla="*/ 11785438 w 12192000"/>
              <a:gd name="connsiteY23" fmla="*/ 207688 h 6858000"/>
              <a:gd name="connsiteX24" fmla="*/ 0 w 12192000"/>
              <a:gd name="connsiteY24" fmla="*/ 0 h 6858000"/>
              <a:gd name="connsiteX25" fmla="*/ 12192000 w 12192000"/>
              <a:gd name="connsiteY25" fmla="*/ 0 h 6858000"/>
              <a:gd name="connsiteX26" fmla="*/ 12192000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911680" y="373627"/>
                </a:moveTo>
                <a:cubicBezTo>
                  <a:pt x="11888456" y="375083"/>
                  <a:pt x="11871038" y="389640"/>
                  <a:pt x="11857975" y="408564"/>
                </a:cubicBezTo>
                <a:cubicBezTo>
                  <a:pt x="11842009" y="428944"/>
                  <a:pt x="11831848" y="453692"/>
                  <a:pt x="11820236" y="476983"/>
                </a:cubicBezTo>
                <a:cubicBezTo>
                  <a:pt x="11808624" y="498819"/>
                  <a:pt x="11795561" y="519199"/>
                  <a:pt x="11778143" y="538124"/>
                </a:cubicBezTo>
                <a:cubicBezTo>
                  <a:pt x="11759274" y="558504"/>
                  <a:pt x="11736050" y="574517"/>
                  <a:pt x="11708472" y="581796"/>
                </a:cubicBezTo>
                <a:cubicBezTo>
                  <a:pt x="11721535" y="590530"/>
                  <a:pt x="11738953" y="593441"/>
                  <a:pt x="11753468" y="593441"/>
                </a:cubicBezTo>
                <a:cubicBezTo>
                  <a:pt x="11769434" y="594897"/>
                  <a:pt x="11786852" y="591986"/>
                  <a:pt x="11802818" y="589074"/>
                </a:cubicBezTo>
                <a:cubicBezTo>
                  <a:pt x="11833300" y="584707"/>
                  <a:pt x="11865232" y="574517"/>
                  <a:pt x="11887005" y="552681"/>
                </a:cubicBezTo>
                <a:cubicBezTo>
                  <a:pt x="11852169" y="552681"/>
                  <a:pt x="11824591" y="529389"/>
                  <a:pt x="11823139" y="494452"/>
                </a:cubicBezTo>
                <a:cubicBezTo>
                  <a:pt x="11844912" y="520655"/>
                  <a:pt x="11878296" y="530845"/>
                  <a:pt x="11911680" y="522111"/>
                </a:cubicBezTo>
                <a:cubicBezTo>
                  <a:pt x="11940709" y="513376"/>
                  <a:pt x="11965385" y="490085"/>
                  <a:pt x="11974094" y="460970"/>
                </a:cubicBezTo>
                <a:cubicBezTo>
                  <a:pt x="11979900" y="442046"/>
                  <a:pt x="11981351" y="423121"/>
                  <a:pt x="11972642" y="404197"/>
                </a:cubicBezTo>
                <a:cubicBezTo>
                  <a:pt x="11961030" y="382361"/>
                  <a:pt x="11936355" y="372171"/>
                  <a:pt x="11911680" y="373627"/>
                </a:cubicBezTo>
                <a:close/>
                <a:moveTo>
                  <a:pt x="11785438" y="207688"/>
                </a:moveTo>
                <a:cubicBezTo>
                  <a:pt x="11735977" y="268834"/>
                  <a:pt x="11562864" y="312510"/>
                  <a:pt x="11562864" y="439169"/>
                </a:cubicBezTo>
                <a:cubicBezTo>
                  <a:pt x="11562864" y="487212"/>
                  <a:pt x="11593413" y="533800"/>
                  <a:pt x="11639965" y="551270"/>
                </a:cubicBezTo>
                <a:cubicBezTo>
                  <a:pt x="11667605" y="561461"/>
                  <a:pt x="11698154" y="560005"/>
                  <a:pt x="11725794" y="546903"/>
                </a:cubicBezTo>
                <a:cubicBezTo>
                  <a:pt x="11751979" y="535256"/>
                  <a:pt x="11770891" y="514874"/>
                  <a:pt x="11786893" y="490124"/>
                </a:cubicBezTo>
                <a:cubicBezTo>
                  <a:pt x="11804350" y="465375"/>
                  <a:pt x="11817442" y="439169"/>
                  <a:pt x="11833444" y="412964"/>
                </a:cubicBezTo>
                <a:cubicBezTo>
                  <a:pt x="11847992" y="389670"/>
                  <a:pt x="11868358" y="366376"/>
                  <a:pt x="11895998" y="360553"/>
                </a:cubicBezTo>
                <a:cubicBezTo>
                  <a:pt x="11922183" y="353274"/>
                  <a:pt x="11952732" y="360553"/>
                  <a:pt x="11971644" y="379479"/>
                </a:cubicBezTo>
                <a:cubicBezTo>
                  <a:pt x="11960006" y="341627"/>
                  <a:pt x="11938185" y="309598"/>
                  <a:pt x="11907636" y="281937"/>
                </a:cubicBezTo>
                <a:cubicBezTo>
                  <a:pt x="11874177" y="251364"/>
                  <a:pt x="11836354" y="229526"/>
                  <a:pt x="11795621" y="212056"/>
                </a:cubicBezTo>
                <a:cubicBezTo>
                  <a:pt x="11792712" y="210600"/>
                  <a:pt x="11788348" y="209144"/>
                  <a:pt x="11785438" y="20768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 and send picture to back</a:t>
            </a:r>
          </a:p>
        </p:txBody>
      </p:sp>
      <p:grpSp>
        <p:nvGrpSpPr>
          <p:cNvPr id="12" name="Group 37">
            <a:extLst>
              <a:ext uri="{FF2B5EF4-FFF2-40B4-BE49-F238E27FC236}">
                <a16:creationId xmlns:a16="http://schemas.microsoft.com/office/drawing/2014/main" id="{410EED03-E568-4797-9F93-83A0DEAA8E73}"/>
              </a:ext>
            </a:extLst>
          </p:cNvPr>
          <p:cNvGrpSpPr/>
          <p:nvPr userDrawn="1"/>
        </p:nvGrpSpPr>
        <p:grpSpPr>
          <a:xfrm>
            <a:off x="11562864" y="207688"/>
            <a:ext cx="418487" cy="387209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13" name="Freeform 320">
              <a:extLst>
                <a:ext uri="{FF2B5EF4-FFF2-40B4-BE49-F238E27FC236}">
                  <a16:creationId xmlns:a16="http://schemas.microsoft.com/office/drawing/2014/main" id="{B7BDD3A5-74DC-407F-917E-4CAA2D7F64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321">
              <a:extLst>
                <a:ext uri="{FF2B5EF4-FFF2-40B4-BE49-F238E27FC236}">
                  <a16:creationId xmlns:a16="http://schemas.microsoft.com/office/drawing/2014/main" id="{AFD49D75-8E14-497D-BFBC-1AB7413E4B5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F7412FBE-22A2-10A4-80F8-94BD980CE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708920"/>
            <a:ext cx="7968207" cy="2949857"/>
          </a:xfrm>
          <a:solidFill>
            <a:schemeClr val="bg2"/>
          </a:solidFill>
        </p:spPr>
        <p:txBody>
          <a:bodyPr wrap="square" lIns="396000" tIns="360000" rIns="504000" bIns="1080000" anchor="ctr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3FCD38E-1F71-EA8E-7048-F655798886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7368" y="4725144"/>
            <a:ext cx="7273330" cy="276999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text style</a:t>
            </a:r>
            <a:endParaRPr lang="en-GB"/>
          </a:p>
        </p:txBody>
      </p:sp>
      <p:grpSp>
        <p:nvGrpSpPr>
          <p:cNvPr id="4" name="Group 1">
            <a:extLst>
              <a:ext uri="{FF2B5EF4-FFF2-40B4-BE49-F238E27FC236}">
                <a16:creationId xmlns:a16="http://schemas.microsoft.com/office/drawing/2014/main" id="{AF040B7C-BA99-80E4-ADEC-EF1A9B8AD53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5" name="Freeform: Shape 2">
              <a:extLst>
                <a:ext uri="{FF2B5EF4-FFF2-40B4-BE49-F238E27FC236}">
                  <a16:creationId xmlns:a16="http://schemas.microsoft.com/office/drawing/2014/main" id="{2736C127-E287-E152-B949-1A8E281FAC35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3">
              <a:extLst>
                <a:ext uri="{FF2B5EF4-FFF2-40B4-BE49-F238E27FC236}">
                  <a16:creationId xmlns:a16="http://schemas.microsoft.com/office/drawing/2014/main" id="{5D6417A4-47EA-8498-0976-6F6D109764A2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37A9BD34-5705-83C5-110E-2B90C82970C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14">
              <a:extLst>
                <a:ext uri="{FF2B5EF4-FFF2-40B4-BE49-F238E27FC236}">
                  <a16:creationId xmlns:a16="http://schemas.microsoft.com/office/drawing/2014/main" id="{260B643F-0DB2-200F-37FB-A4E461B941D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20">
              <a:extLst>
                <a:ext uri="{FF2B5EF4-FFF2-40B4-BE49-F238E27FC236}">
                  <a16:creationId xmlns:a16="http://schemas.microsoft.com/office/drawing/2014/main" id="{6EDEE20B-B43D-39AA-D956-E23CEEE0D60C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0074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163739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6692911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19679"/>
            <a:ext cx="4609034" cy="2243691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14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537237"/>
            <a:ext cx="4597606" cy="2243691"/>
          </a:xfr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3390257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387779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4793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87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506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51984" y="1628775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51984" y="2221388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51984" y="2814001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51984" y="3406614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51984" y="3999227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51984" y="4591841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65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5449900E-987A-B10E-123E-7DC13509743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0" y="1268413"/>
            <a:ext cx="5519738" cy="51133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E129A54-4331-295F-FFF7-AADCD886AE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51984" y="5184455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21F960EB-6EA4-9123-ED77-13467723FA2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1984" y="5777069"/>
            <a:ext cx="5813598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33763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CCF694C-872E-0362-0664-84FE017FBD57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7565" y="1863702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565" y="2456315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7565" y="3048928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7565" y="3641541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7565" y="4234154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565" y="4826768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65" y="260350"/>
            <a:ext cx="5472411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E129A54-4331-295F-FFF7-AADCD886AE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7565" y="5419382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21F960EB-6EA4-9123-ED77-13467723FA2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7565" y="6011996"/>
            <a:ext cx="4968355" cy="36933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91927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 Page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5AD1E928-17A7-8076-E72F-603525614D7F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A4C59602-5684-DA3C-4D8A-30F7343DD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39C738EB-51DE-C704-B75C-84CBCD5D6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04588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Dark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F377247D-74BF-7805-40B4-DB545D100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04" y="262350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B97776-2549-7DB5-A8EB-D215D146443F}"/>
              </a:ext>
            </a:extLst>
          </p:cNvPr>
          <p:cNvCxnSpPr/>
          <p:nvPr userDrawn="1"/>
        </p:nvCxnSpPr>
        <p:spPr>
          <a:xfrm>
            <a:off x="11448364" y="182197"/>
            <a:ext cx="0" cy="48100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585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" name="Group 37">
            <a:extLst>
              <a:ext uri="{FF2B5EF4-FFF2-40B4-BE49-F238E27FC236}">
                <a16:creationId xmlns:a16="http://schemas.microsoft.com/office/drawing/2014/main" id="{838FEBC1-EAA8-7662-5486-A10A8F0CC766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4FF56425-C0B4-9C4D-19E2-2C88C4EE2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B809BBB9-2BC9-1D05-370E-0AF635451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1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52D327B9-1E52-FD75-7872-B686F91C36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04" y="262350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C01FFE-2C77-06C7-FFC1-8B1AB0D382B9}"/>
              </a:ext>
            </a:extLst>
          </p:cNvPr>
          <p:cNvCxnSpPr/>
          <p:nvPr userDrawn="1"/>
        </p:nvCxnSpPr>
        <p:spPr>
          <a:xfrm>
            <a:off x="11448364" y="182197"/>
            <a:ext cx="0" cy="48100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7172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37">
            <a:extLst>
              <a:ext uri="{FF2B5EF4-FFF2-40B4-BE49-F238E27FC236}">
                <a16:creationId xmlns:a16="http://schemas.microsoft.com/office/drawing/2014/main" id="{A58941A3-BBD2-681F-C219-96B705C09A27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6" name="Freeform 320">
              <a:extLst>
                <a:ext uri="{FF2B5EF4-FFF2-40B4-BE49-F238E27FC236}">
                  <a16:creationId xmlns:a16="http://schemas.microsoft.com/office/drawing/2014/main" id="{3737EEC9-B6F8-CE18-9ACB-3E8913A36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321">
              <a:extLst>
                <a:ext uri="{FF2B5EF4-FFF2-40B4-BE49-F238E27FC236}">
                  <a16:creationId xmlns:a16="http://schemas.microsoft.com/office/drawing/2014/main" id="{3707C77A-B5D0-B351-51D2-7B13B7609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1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4596B6EC-25E8-5C7D-27B0-E07E67E57A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04" y="262350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058C3B-72C5-0C42-8F6D-23D45E3F90DA}"/>
              </a:ext>
            </a:extLst>
          </p:cNvPr>
          <p:cNvCxnSpPr/>
          <p:nvPr userDrawn="1"/>
        </p:nvCxnSpPr>
        <p:spPr>
          <a:xfrm>
            <a:off x="11448364" y="182197"/>
            <a:ext cx="0" cy="48100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8948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Grey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" name="Group 37">
            <a:extLst>
              <a:ext uri="{FF2B5EF4-FFF2-40B4-BE49-F238E27FC236}">
                <a16:creationId xmlns:a16="http://schemas.microsoft.com/office/drawing/2014/main" id="{694E8484-4114-FCEB-04B9-681F7E2907C1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11" name="Freeform 320">
              <a:extLst>
                <a:ext uri="{FF2B5EF4-FFF2-40B4-BE49-F238E27FC236}">
                  <a16:creationId xmlns:a16="http://schemas.microsoft.com/office/drawing/2014/main" id="{43039B4A-4414-24C8-02C0-871455BB0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321">
              <a:extLst>
                <a:ext uri="{FF2B5EF4-FFF2-40B4-BE49-F238E27FC236}">
                  <a16:creationId xmlns:a16="http://schemas.microsoft.com/office/drawing/2014/main" id="{AF8E0141-D71F-0F98-9C11-74617F211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3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C1AF1023-D543-CB13-3E71-3976435F64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04" y="262350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E06906-AE4A-6B1B-826F-6F5295199824}"/>
              </a:ext>
            </a:extLst>
          </p:cNvPr>
          <p:cNvCxnSpPr/>
          <p:nvPr userDrawn="1"/>
        </p:nvCxnSpPr>
        <p:spPr>
          <a:xfrm>
            <a:off x="11448364" y="182197"/>
            <a:ext cx="0" cy="48100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9813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2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2"/>
            <a:extLst>
              <a:ext uri="{FF2B5EF4-FFF2-40B4-BE49-F238E27FC236}">
                <a16:creationId xmlns:a16="http://schemas.microsoft.com/office/drawing/2014/main" id="{941A3941-C755-6656-4029-D0028A53BB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4"/>
            <a:extLst>
              <a:ext uri="{FF2B5EF4-FFF2-40B4-BE49-F238E27FC236}">
                <a16:creationId xmlns:a16="http://schemas.microsoft.com/office/drawing/2014/main" id="{3591224F-8FEC-9B5A-1F57-B601D9EC4C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766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6"/>
            <a:extLst>
              <a:ext uri="{FF2B5EF4-FFF2-40B4-BE49-F238E27FC236}">
                <a16:creationId xmlns:a16="http://schemas.microsoft.com/office/drawing/2014/main" id="{C96036E5-31FB-13BE-950F-9869979802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104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8"/>
            <a:extLst>
              <a:ext uri="{FF2B5EF4-FFF2-40B4-BE49-F238E27FC236}">
                <a16:creationId xmlns:a16="http://schemas.microsoft.com/office/drawing/2014/main" id="{C895DE98-7E11-9ACD-964C-CB06CEB75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64420" y="5571089"/>
            <a:ext cx="333195" cy="333195"/>
          </a:xfrm>
          <a:prstGeom prst="rect">
            <a:avLst/>
          </a:pr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BBF08B-D059-4998-4ED3-95035CA33654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pic>
        <p:nvPicPr>
          <p:cNvPr id="10" name="Image 9" descr="Une image contenant noir, Graphique, art&#10;&#10;Description générée automatiquement">
            <a:extLst>
              <a:ext uri="{FF2B5EF4-FFF2-40B4-BE49-F238E27FC236}">
                <a16:creationId xmlns:a16="http://schemas.microsoft.com/office/drawing/2014/main" id="{DE62D67C-765C-84EB-F850-6A1F3B6BE8F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7928" y="836712"/>
            <a:ext cx="7729744" cy="64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60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dark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>
            <a:hlinkClick r:id="rId2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4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766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6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104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8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6442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4">
            <a:extLst>
              <a:ext uri="{FF2B5EF4-FFF2-40B4-BE49-F238E27FC236}">
                <a16:creationId xmlns:a16="http://schemas.microsoft.com/office/drawing/2014/main" id="{72F6479D-6EC4-876D-159E-45E9EFA775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52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200" y="0"/>
            <a:ext cx="5545800" cy="1105200"/>
          </a:xfrm>
        </p:spPr>
        <p:txBody>
          <a:bodyPr vert="horz" lIns="0" tIns="180000" rIns="0" bIns="0" rtlCol="0" anchor="t">
            <a:noAutofit/>
          </a:bodyPr>
          <a:lstStyle>
            <a:lvl1pPr>
              <a:defRPr lang="en-GB" dirty="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114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08355"/>
            <a:ext cx="8212347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072155"/>
            <a:ext cx="821234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6150340" y="-363866"/>
            <a:ext cx="6041660" cy="37920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3753" y="5225807"/>
            <a:ext cx="1795387" cy="11244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AC472-9823-4B6F-B744-AD8B59D6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8957-1E96-4B42-9F70-5626F9EF8235}" type="datetime1">
              <a:rPr lang="en-AU" smtClean="0"/>
              <a:t>23/06/2026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E569C-7D43-4BCA-91FE-AE71E0B7A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7BA5E-47C6-4D9A-A40D-9C746CEF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867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1979"/>
            <a:ext cx="5181600" cy="468622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7219"/>
            <a:ext cx="5181600" cy="469098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2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79686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08334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7794" y="157945"/>
            <a:ext cx="816006" cy="45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5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sp>
        <p:nvSpPr>
          <p:cNvPr id="10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805333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58434" y="6333972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75FBE39-4618-133A-F4CE-F03E4E54373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37794" y="157945"/>
            <a:ext cx="816006" cy="45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933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2401" y="6114572"/>
            <a:ext cx="2709599" cy="75615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291082"/>
            <a:ext cx="10515600" cy="46758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860" y="6305348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838201" y="246743"/>
            <a:ext cx="877643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41" name="Picture 40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7E6729-6950-FFA0-B4DF-5B05FF74D6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4841" y="172658"/>
            <a:ext cx="728958" cy="45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21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52F0-64C1-417E-AC4E-E6A5CC549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BCA14-E6F4-4926-8D9E-A595DA2A74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000" y="1080000"/>
            <a:ext cx="11484000" cy="540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0B42B0EA-0B33-B17C-4B5B-C05D64D40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A1AC7025-E4DA-4827-A395-BB81FC45004F}" type="datetime1">
              <a:rPr lang="en-AU" smtClean="0"/>
              <a:t>23/06/2026</a:t>
            </a:fld>
            <a:endParaRPr lang="en-AU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376E659-5620-68EE-064C-3736DE0E3D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D885FE03-2573-B969-C241-BD1D865ED11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82585"/>
            <a:ext cx="2743200" cy="365125"/>
          </a:xfrm>
          <a:prstGeom prst="rect">
            <a:avLst/>
          </a:prstGeom>
        </p:spPr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88324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08355"/>
            <a:ext cx="8212347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072155"/>
            <a:ext cx="821234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6150340" y="-363866"/>
            <a:ext cx="6041660" cy="37920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3753" y="5225807"/>
            <a:ext cx="1795387" cy="11244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AC472-9823-4B6F-B744-AD8B59D6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D8957-1E96-4B42-9F70-5626F9EF8235}" type="datetime1">
              <a:rPr lang="en-AU" smtClean="0"/>
              <a:t>23/06/2026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E569C-7D43-4BCA-91FE-AE71E0B7A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7BA5E-47C6-4D9A-A40D-9C746CEF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35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291082"/>
            <a:ext cx="10515600" cy="46758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08860" y="6305348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8610600" y="61106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Gadug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E104A2-7EA4-4F07-AE94-2656CF49994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838201" y="246743"/>
            <a:ext cx="877643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41" name="Picture 40"/>
          <p:cNvPicPr>
            <a:picLocks noChangeAspect="1"/>
          </p:cNvPicPr>
          <p:nvPr userDrawn="1"/>
        </p:nvPicPr>
        <p:blipFill rotWithShape="1">
          <a:blip r:embed="rId2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1368" y="255600"/>
            <a:ext cx="1264592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83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8308"/>
            <a:ext cx="5939971" cy="46758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3733" y="6381009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838201" y="246743"/>
            <a:ext cx="8776438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213600" y="1298308"/>
            <a:ext cx="4978400" cy="55596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0769" y="255600"/>
            <a:ext cx="1264592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008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1979"/>
            <a:ext cx="5181600" cy="468622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7219"/>
            <a:ext cx="5181600" cy="469098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2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79686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08334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14" name="Slide Number Placeholder 5"/>
          <p:cNvSpPr txBox="1">
            <a:spLocks/>
          </p:cNvSpPr>
          <p:nvPr userDrawn="1"/>
        </p:nvSpPr>
        <p:spPr>
          <a:xfrm>
            <a:off x="8610600" y="61106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Gadug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E104A2-7EA4-4F07-AE94-2656CF499944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2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3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0769" y="255600"/>
            <a:ext cx="1264592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365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236663"/>
            <a:ext cx="5157787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rgbClr val="1F35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05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6663"/>
            <a:ext cx="5183188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rgbClr val="1F35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05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82226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06151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8610600" y="61106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Gadug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E104A2-7EA4-4F07-AE94-2656CF499944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3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1369" y="255600"/>
            <a:ext cx="1264592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1097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805333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58434" y="6333972"/>
            <a:ext cx="4114800" cy="365125"/>
          </a:xfrm>
        </p:spPr>
        <p:txBody>
          <a:bodyPr/>
          <a:lstStyle/>
          <a:p>
            <a:r>
              <a:rPr lang="en-AU"/>
              <a:t>Advanced Personnel Management</a:t>
            </a:r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8610600" y="61106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Gadug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E104A2-7EA4-4F07-AE94-2656CF499944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3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1368" y="255600"/>
            <a:ext cx="1264592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519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6150340" y="-363041"/>
            <a:ext cx="6041660" cy="37920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08355"/>
            <a:ext cx="8212347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072155"/>
            <a:ext cx="8212347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73753" y="5225807"/>
            <a:ext cx="1795387" cy="1124431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AC472-9823-4B6F-B744-AD8B59D6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442CD5A7-EAC8-4F6A-9F1C-25796EE6A51F}" type="datetime1">
              <a:rPr lang="en-AU" smtClean="0"/>
              <a:t>23/06/2026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E569C-7D43-4BCA-91FE-AE71E0B7A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7BA5E-47C6-4D9A-A40D-9C746CEF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2585"/>
            <a:ext cx="2743200" cy="365125"/>
          </a:xfrm>
          <a:prstGeom prst="rect">
            <a:avLst/>
          </a:prstGeom>
        </p:spPr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3693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291082"/>
            <a:ext cx="10515600" cy="46758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838201" y="246743"/>
            <a:ext cx="877643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41" name="Picture 40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CDF5143-328F-2407-D212-E2E2C94E0D1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7591" y="255600"/>
            <a:ext cx="768367" cy="439725"/>
          </a:xfrm>
          <a:prstGeom prst="rect">
            <a:avLst/>
          </a:prstGeom>
        </p:spPr>
      </p:pic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861681EB-4EEA-0DD9-A9AA-F51367AC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C4A28292-0F41-4DB6-95FA-93B13D47FA44}" type="datetime1">
              <a:rPr lang="en-AU" smtClean="0"/>
              <a:t>23/06/2026</a:t>
            </a:fld>
            <a:endParaRPr lang="en-AU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8555AABA-396D-717D-7822-C6E2F97C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BAEC792E-4C3B-D623-32B7-A9D953F6C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2585"/>
            <a:ext cx="2743200" cy="365125"/>
          </a:xfrm>
          <a:prstGeom prst="rect">
            <a:avLst/>
          </a:prstGeom>
        </p:spPr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8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8308"/>
            <a:ext cx="5939971" cy="46758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3733" y="6473083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838201" y="246743"/>
            <a:ext cx="8776438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7213600" y="1298308"/>
            <a:ext cx="4978400" cy="55596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91CF6ED-524D-20AF-9906-C5C3C380EF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7591" y="255600"/>
            <a:ext cx="768367" cy="43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281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31979"/>
            <a:ext cx="5181600" cy="468622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7219"/>
            <a:ext cx="5181600" cy="469098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12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79686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AACCB7-CE64-94D0-5193-5E8E57DEFEC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7591" y="255600"/>
            <a:ext cx="768367" cy="439725"/>
          </a:xfrm>
          <a:prstGeom prst="rect">
            <a:avLst/>
          </a:prstGeom>
        </p:spPr>
      </p:pic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B31CE4C7-04C8-4503-BC6F-7E81F48AD6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04535D88-AD5C-45EC-8829-7536BA26B127}" type="datetime1">
              <a:rPr lang="en-AU" smtClean="0"/>
              <a:t>23/06/2026</a:t>
            </a:fld>
            <a:endParaRPr lang="en-AU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77176C3-42C2-A9A7-F18A-2FA7E399A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F46DA49E-E9C0-2FD0-E343-9564D77C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2585"/>
            <a:ext cx="2743200" cy="365125"/>
          </a:xfrm>
          <a:prstGeom prst="rect">
            <a:avLst/>
          </a:prstGeom>
        </p:spPr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6396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236663"/>
            <a:ext cx="5157787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rgbClr val="1F35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0575"/>
            <a:ext cx="5157787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6663"/>
            <a:ext cx="5183188" cy="823912"/>
          </a:xfrm>
        </p:spPr>
        <p:txBody>
          <a:bodyPr anchor="ctr">
            <a:normAutofit/>
          </a:bodyPr>
          <a:lstStyle>
            <a:lvl1pPr marL="0" indent="0">
              <a:buNone/>
              <a:defRPr sz="2200" b="1">
                <a:solidFill>
                  <a:srgbClr val="1F35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0575"/>
            <a:ext cx="5183188" cy="368458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822267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>
            <a:off x="9448800" y="65016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Gadug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E104A2-7EA4-4F07-AE94-2656CF499944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B406CB-DD57-7391-3961-AE0CB2A357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7591" y="255600"/>
            <a:ext cx="768367" cy="43972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AB6E56-478A-967B-9D5A-C60FD99E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B62AC7E9-DDD5-4365-95F5-4179C86E81AE}" type="datetime1">
              <a:rPr lang="en-AU" smtClean="0"/>
              <a:t>23/06/2026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722A95-D90F-C336-4FD7-B7A7CA117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</p:spTree>
    <p:extLst>
      <p:ext uri="{BB962C8B-B14F-4D97-AF65-F5344CB8AC3E}">
        <p14:creationId xmlns:p14="http://schemas.microsoft.com/office/powerpoint/2010/main" val="3331452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2"/>
          <a:srcRect r="22163" b="14461"/>
          <a:stretch/>
        </p:blipFill>
        <p:spPr>
          <a:xfrm>
            <a:off x="9485332" y="6110635"/>
            <a:ext cx="2709599" cy="756158"/>
          </a:xfrm>
          <a:prstGeom prst="rect">
            <a:avLst/>
          </a:prstGeom>
        </p:spPr>
      </p:pic>
      <p:sp>
        <p:nvSpPr>
          <p:cNvPr id="10" name="Title 19"/>
          <p:cNvSpPr>
            <a:spLocks noGrp="1"/>
          </p:cNvSpPr>
          <p:nvPr>
            <p:ph type="title"/>
          </p:nvPr>
        </p:nvSpPr>
        <p:spPr>
          <a:xfrm>
            <a:off x="838200" y="246743"/>
            <a:ext cx="8805333" cy="80584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1F355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3"/>
          <a:srcRect l="20037" t="1143" r="-1314" b="16551"/>
          <a:stretch/>
        </p:blipFill>
        <p:spPr>
          <a:xfrm>
            <a:off x="-17585" y="5937907"/>
            <a:ext cx="2371318" cy="9200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A92900-E083-25FA-EED9-61EE81E796F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97591" y="255600"/>
            <a:ext cx="768367" cy="439725"/>
          </a:xfrm>
          <a:prstGeom prst="rect">
            <a:avLst/>
          </a:prstGeom>
        </p:spPr>
      </p:pic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E0CE1B60-060F-1964-A7BC-649323758D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1F02CC2D-7962-4495-9822-4FE6ED7D82D1}" type="datetime1">
              <a:rPr lang="en-AU" smtClean="0"/>
              <a:t>23/06/2026</a:t>
            </a:fld>
            <a:endParaRPr lang="en-AU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AEA25DEA-624F-DA6F-6EE8-07AF7A6C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D7A164BD-7C87-A8C1-08F4-937B5090C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2585"/>
            <a:ext cx="2743200" cy="365125"/>
          </a:xfrm>
          <a:prstGeom prst="rect">
            <a:avLst/>
          </a:prstGeom>
        </p:spPr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846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Dark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2D05AE9A-CC9D-53E2-4E75-65677AA95C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04" y="262350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3C2317-2F98-F10B-914A-ECEF23BE80C5}"/>
              </a:ext>
            </a:extLst>
          </p:cNvPr>
          <p:cNvCxnSpPr/>
          <p:nvPr userDrawn="1"/>
        </p:nvCxnSpPr>
        <p:spPr>
          <a:xfrm>
            <a:off x="11448364" y="182197"/>
            <a:ext cx="0" cy="48100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428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06B5C2B-B0BF-4136-9EC7-0E7F54D1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04812" y="1447201"/>
            <a:ext cx="11379201" cy="5022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B3375DC9-0BA6-A240-667B-5E2303B752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704" y="334515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3384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36611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vider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rgbClr val="00206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6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384DAB34-FF4F-8067-2C52-2AE79B40D2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9654" y="329025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4481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Content Gre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462" y="1330085"/>
            <a:ext cx="11369042" cy="313932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rgbClr val="002060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3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C1AF1023-D543-CB13-3E71-3976435F64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7279" y="300450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6E06906-AE4A-6B1B-826F-6F5295199824}"/>
              </a:ext>
            </a:extLst>
          </p:cNvPr>
          <p:cNvCxnSpPr/>
          <p:nvPr userDrawn="1"/>
        </p:nvCxnSpPr>
        <p:spPr>
          <a:xfrm>
            <a:off x="11448364" y="182197"/>
            <a:ext cx="0" cy="48100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3575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Dark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1496" y="1376756"/>
            <a:ext cx="11369042" cy="313932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rgbClr val="002060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4" descr="APM Human Services International logo in transparent PNG and vectorized SVG  formats">
            <a:extLst>
              <a:ext uri="{FF2B5EF4-FFF2-40B4-BE49-F238E27FC236}">
                <a16:creationId xmlns:a16="http://schemas.microsoft.com/office/drawing/2014/main" id="{8AB641B9-243B-DB53-55F8-F314D27563D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6804" y="339725"/>
            <a:ext cx="720080" cy="33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20940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2"/>
            <a:extLst>
              <a:ext uri="{FF2B5EF4-FFF2-40B4-BE49-F238E27FC236}">
                <a16:creationId xmlns:a16="http://schemas.microsoft.com/office/drawing/2014/main" id="{941A3941-C755-6656-4029-D0028A53BB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4"/>
            <a:extLst>
              <a:ext uri="{FF2B5EF4-FFF2-40B4-BE49-F238E27FC236}">
                <a16:creationId xmlns:a16="http://schemas.microsoft.com/office/drawing/2014/main" id="{3591224F-8FEC-9B5A-1F57-B601D9EC4C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766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6"/>
            <a:extLst>
              <a:ext uri="{FF2B5EF4-FFF2-40B4-BE49-F238E27FC236}">
                <a16:creationId xmlns:a16="http://schemas.microsoft.com/office/drawing/2014/main" id="{C96036E5-31FB-13BE-950F-9869979802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8104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8"/>
            <a:extLst>
              <a:ext uri="{FF2B5EF4-FFF2-40B4-BE49-F238E27FC236}">
                <a16:creationId xmlns:a16="http://schemas.microsoft.com/office/drawing/2014/main" id="{C895DE98-7E11-9ACD-964C-CB06CEB75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64420" y="5571089"/>
            <a:ext cx="333195" cy="333195"/>
          </a:xfrm>
          <a:prstGeom prst="rect">
            <a:avLst/>
          </a:pr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CBBF08B-D059-4998-4ED3-95035CA33654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2025 Capgemini. All rights reserved.</a:t>
            </a:r>
          </a:p>
        </p:txBody>
      </p:sp>
      <p:pic>
        <p:nvPicPr>
          <p:cNvPr id="10" name="Image 9" descr="Une image contenant noir, Graphique, art&#10;&#10;Description générée automatiquement">
            <a:extLst>
              <a:ext uri="{FF2B5EF4-FFF2-40B4-BE49-F238E27FC236}">
                <a16:creationId xmlns:a16="http://schemas.microsoft.com/office/drawing/2014/main" id="{DE62D67C-765C-84EB-F850-6A1F3B6BE8F7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7928" y="836712"/>
            <a:ext cx="7729744" cy="640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852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152F0-64C1-417E-AC4E-E6A5CC549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238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BCA14-E6F4-4926-8D9E-A595DA2A74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000" y="1080000"/>
            <a:ext cx="11484000" cy="540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0B42B0EA-0B33-B17C-4B5B-C05D64D40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482584"/>
            <a:ext cx="2743200" cy="365125"/>
          </a:xfrm>
        </p:spPr>
        <p:txBody>
          <a:bodyPr/>
          <a:lstStyle/>
          <a:p>
            <a:fld id="{A1AC7025-E4DA-4827-A395-BB81FC45004F}" type="datetime1">
              <a:rPr lang="en-AU" smtClean="0"/>
              <a:t>23/06/2026</a:t>
            </a:fld>
            <a:endParaRPr lang="en-AU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376E659-5620-68EE-064C-3736DE0E3D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AU"/>
              <a:t>Phase 1 - Discovery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D885FE03-2573-B969-C241-BD1D865ED11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48800" y="6482585"/>
            <a:ext cx="2743200" cy="365125"/>
          </a:xfrm>
          <a:prstGeom prst="rect">
            <a:avLst/>
          </a:prstGeom>
        </p:spPr>
        <p:txBody>
          <a:bodyPr/>
          <a:lstStyle/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78338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50DA69-657E-41C3-B340-B16C354CA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1447800"/>
            <a:ext cx="11406187" cy="4951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76751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09936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ags" Target="../tags/tag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17.emf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oleObject" Target="../embeddings/oleObject2.bin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3802" cy="48888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3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4" r:id="rId1"/>
    <p:sldLayoutId id="2147484185" r:id="rId2"/>
    <p:sldLayoutId id="2147484186" r:id="rId3"/>
    <p:sldLayoutId id="2147484187" r:id="rId4"/>
    <p:sldLayoutId id="2147484158" r:id="rId5"/>
    <p:sldLayoutId id="2147484165" r:id="rId6"/>
    <p:sldLayoutId id="2147484119" r:id="rId7"/>
    <p:sldLayoutId id="2147484226" r:id="rId8"/>
    <p:sldLayoutId id="2147484169" r:id="rId9"/>
    <p:sldLayoutId id="2147484179" r:id="rId10"/>
    <p:sldLayoutId id="2147484180" r:id="rId11"/>
    <p:sldLayoutId id="2147484181" r:id="rId12"/>
    <p:sldLayoutId id="2147484194" r:id="rId13"/>
    <p:sldLayoutId id="2147484159" r:id="rId14"/>
    <p:sldLayoutId id="2147484124" r:id="rId15"/>
    <p:sldLayoutId id="2147484225" r:id="rId16"/>
    <p:sldLayoutId id="2147484229" r:id="rId17"/>
    <p:sldLayoutId id="2147484125" r:id="rId18"/>
    <p:sldLayoutId id="2147484219" r:id="rId19"/>
    <p:sldLayoutId id="2147484143" r:id="rId20"/>
    <p:sldLayoutId id="2147484145" r:id="rId21"/>
    <p:sldLayoutId id="2147484197" r:id="rId22"/>
    <p:sldLayoutId id="2147484217" r:id="rId23"/>
    <p:sldLayoutId id="2147484156" r:id="rId24"/>
    <p:sldLayoutId id="2147484230" r:id="rId25"/>
    <p:sldLayoutId id="2147484231" r:id="rId26"/>
    <p:sldLayoutId id="2147484232" r:id="rId27"/>
    <p:sldLayoutId id="2147484233" r:id="rId28"/>
    <p:sldLayoutId id="2147484234" r:id="rId29"/>
    <p:sldLayoutId id="2147484327" r:id="rId30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 userDrawn="1">
          <p15:clr>
            <a:srgbClr val="F26B43"/>
          </p15:clr>
        </p15:guide>
        <p15:guide id="19" orient="horz" pos="4320" userDrawn="1">
          <p15:clr>
            <a:srgbClr val="F26B43"/>
          </p15:clr>
        </p15:guide>
        <p15:guide id="20" pos="257" userDrawn="1">
          <p15:clr>
            <a:srgbClr val="F26B43"/>
          </p15:clr>
        </p15:guide>
        <p15:guide id="21" pos="3840">
          <p15:clr>
            <a:srgbClr val="F26B43"/>
          </p15:clr>
        </p15:guide>
        <p15:guide id="22" pos="7423" userDrawn="1">
          <p15:clr>
            <a:srgbClr val="F26B43"/>
          </p15:clr>
        </p15:guide>
        <p15:guide id="23" orient="horz" pos="255" userDrawn="1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 userDrawn="1">
          <p15:clr>
            <a:srgbClr val="F26B43"/>
          </p15:clr>
        </p15:guide>
        <p15:guide id="27" orient="horz" pos="89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adugi" panose="020B0502040204020203" pitchFamily="34" charset="0"/>
              </a:defRPr>
            </a:lvl1pPr>
          </a:lstStyle>
          <a:p>
            <a:fld id="{01BAF68E-DE5E-4A19-8F69-DFB7DF0BF4A1}" type="datetime1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2"/>
                </a:solidFill>
                <a:latin typeface="Gadugi" panose="020B0502040204020203" pitchFamily="34" charset="0"/>
              </a:defRPr>
            </a:lvl1pPr>
          </a:lstStyle>
          <a:p>
            <a:r>
              <a:rPr lang="en-AU"/>
              <a:t>Advanced Personnel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adugi" panose="020B0502040204020203" pitchFamily="34" charset="0"/>
              </a:defRPr>
            </a:lvl1pPr>
          </a:lstStyle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FF1B0BAD-7B51-4F06-A725-E468204BACE1}"/>
              </a:ext>
            </a:extLst>
          </p:cNvPr>
          <p:cNvGrpSpPr/>
          <p:nvPr userDrawn="1"/>
        </p:nvGrpSpPr>
        <p:grpSpPr>
          <a:xfrm>
            <a:off x="11593776" y="260679"/>
            <a:ext cx="419436" cy="388988"/>
            <a:chOff x="11501102" y="171573"/>
            <a:chExt cx="419436" cy="388988"/>
          </a:xfrm>
        </p:grpSpPr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7A39EFE5-A5C2-D9B0-A027-88EAE873A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B8F67BAA-BA02-4A72-C5C8-63CEFD2C7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010989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4" r:id="rId1"/>
    <p:sldLayoutId id="2147484305" r:id="rId2"/>
    <p:sldLayoutId id="2147484306" r:id="rId3"/>
    <p:sldLayoutId id="2147484307" r:id="rId4"/>
    <p:sldLayoutId id="2147484308" r:id="rId5"/>
    <p:sldLayoutId id="2147484309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2"/>
          </a:solidFill>
          <a:latin typeface="Gadug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191AADB-6590-347E-5D51-0A629B2AF1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41637679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359" imgH="360" progId="TCLayout.ActiveDocument.1">
                  <p:embed/>
                </p:oleObj>
              </mc:Choice>
              <mc:Fallback>
                <p:oleObj name="think-cell Slide" r:id="rId19" imgW="359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91AADB-6590-347E-5D51-0A629B2AF1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adugi" panose="020B0502040204020203" pitchFamily="34" charset="0"/>
              </a:defRPr>
            </a:lvl1pPr>
          </a:lstStyle>
          <a:p>
            <a:fld id="{465D4D90-C584-4DA6-8ACA-F97C48C0A512}" type="datetime1">
              <a:rPr lang="en-AU" smtClean="0"/>
              <a:t>23/06/2026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2"/>
                </a:solidFill>
                <a:latin typeface="Gadugi" panose="020B0502040204020203" pitchFamily="34" charset="0"/>
              </a:defRPr>
            </a:lvl1pPr>
          </a:lstStyle>
          <a:p>
            <a:r>
              <a:rPr lang="en-AU"/>
              <a:t>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adugi" panose="020B0502040204020203" pitchFamily="34" charset="0"/>
              </a:defRPr>
            </a:lvl1pPr>
          </a:lstStyle>
          <a:p>
            <a:fld id="{36561B3D-AB67-4119-8F23-173F1206E026}" type="slidenum">
              <a:rPr lang="en-AU" smtClean="0"/>
              <a:pPr/>
              <a:t>‹#›</a:t>
            </a:fld>
            <a:endParaRPr lang="en-AU"/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FF1B0BAD-7B51-4F06-A725-E468204BACE1}"/>
              </a:ext>
            </a:extLst>
          </p:cNvPr>
          <p:cNvGrpSpPr/>
          <p:nvPr userDrawn="1"/>
        </p:nvGrpSpPr>
        <p:grpSpPr>
          <a:xfrm>
            <a:off x="11593776" y="260679"/>
            <a:ext cx="419436" cy="388988"/>
            <a:chOff x="11501102" y="171573"/>
            <a:chExt cx="419436" cy="388988"/>
          </a:xfrm>
        </p:grpSpPr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7A39EFE5-A5C2-D9B0-A027-88EAE873A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B8F67BAA-BA02-4A72-C5C8-63CEFD2C7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67672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1" r:id="rId1"/>
    <p:sldLayoutId id="2147484312" r:id="rId2"/>
    <p:sldLayoutId id="2147484313" r:id="rId3"/>
    <p:sldLayoutId id="2147484314" r:id="rId4"/>
    <p:sldLayoutId id="2147484315" r:id="rId5"/>
    <p:sldLayoutId id="2147484316" r:id="rId6"/>
    <p:sldLayoutId id="2147484317" r:id="rId7"/>
    <p:sldLayoutId id="2147484318" r:id="rId8"/>
    <p:sldLayoutId id="2147484319" r:id="rId9"/>
    <p:sldLayoutId id="2147484320" r:id="rId10"/>
    <p:sldLayoutId id="2147484321" r:id="rId11"/>
    <p:sldLayoutId id="2147484322" r:id="rId12"/>
    <p:sldLayoutId id="2147484323" r:id="rId13"/>
    <p:sldLayoutId id="2147484324" r:id="rId14"/>
    <p:sldLayoutId id="2147484325" r:id="rId15"/>
    <p:sldLayoutId id="214748432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2"/>
          </a:solidFill>
          <a:latin typeface="Gadugi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adugi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DBC0-5133-12B0-D587-F3322DE3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9">
            <a:extLst>
              <a:ext uri="{FF2B5EF4-FFF2-40B4-BE49-F238E27FC236}">
                <a16:creationId xmlns:a16="http://schemas.microsoft.com/office/drawing/2014/main" id="{816E5FD0-9DA5-2A23-49BF-3CDAAE2B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72638"/>
            <a:ext cx="9816652" cy="447578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Gadugi" panose="020B0502040204020203" pitchFamily="34" charset="0"/>
                <a:ea typeface="Gadugi" panose="020B0502040204020203" pitchFamily="34" charset="0"/>
              </a:rPr>
              <a:t>W</a:t>
            </a:r>
            <a:r>
              <a:rPr lang="en-AU" sz="2800" b="1" dirty="0" err="1">
                <a:latin typeface="Gadugi" panose="020B0502040204020203" pitchFamily="34" charset="0"/>
                <a:ea typeface="Gadugi" panose="020B0502040204020203" pitchFamily="34" charset="0"/>
              </a:rPr>
              <a:t>indows</a:t>
            </a:r>
            <a:r>
              <a:rPr lang="en-AU" sz="2800" b="1" dirty="0">
                <a:latin typeface="Gadugi" panose="020B0502040204020203" pitchFamily="34" charset="0"/>
                <a:ea typeface="Gadugi" panose="020B0502040204020203" pitchFamily="34" charset="0"/>
              </a:rPr>
              <a:t> 11 Security Policies</a:t>
            </a:r>
            <a:endParaRPr lang="en-US" sz="28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FF6E22-682D-D410-0C2E-90A94BE3F3CF}"/>
              </a:ext>
            </a:extLst>
          </p:cNvPr>
          <p:cNvSpPr txBox="1"/>
          <p:nvPr/>
        </p:nvSpPr>
        <p:spPr>
          <a:xfrm>
            <a:off x="312738" y="826500"/>
            <a:ext cx="11443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A12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Standard Device Policies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6AE918-649E-4518-B03A-D57E47800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184574"/>
              </p:ext>
            </p:extLst>
          </p:nvPr>
        </p:nvGraphicFramePr>
        <p:xfrm>
          <a:off x="312738" y="1490456"/>
          <a:ext cx="11488286" cy="4147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727">
                  <a:extLst>
                    <a:ext uri="{9D8B030D-6E8A-4147-A177-3AD203B41FA5}">
                      <a16:colId xmlns:a16="http://schemas.microsoft.com/office/drawing/2014/main" val="15918020"/>
                    </a:ext>
                  </a:extLst>
                </a:gridCol>
                <a:gridCol w="2766497">
                  <a:extLst>
                    <a:ext uri="{9D8B030D-6E8A-4147-A177-3AD203B41FA5}">
                      <a16:colId xmlns:a16="http://schemas.microsoft.com/office/drawing/2014/main" val="3263978272"/>
                    </a:ext>
                  </a:extLst>
                </a:gridCol>
                <a:gridCol w="465936">
                  <a:extLst>
                    <a:ext uri="{9D8B030D-6E8A-4147-A177-3AD203B41FA5}">
                      <a16:colId xmlns:a16="http://schemas.microsoft.com/office/drawing/2014/main" val="46940757"/>
                    </a:ext>
                  </a:extLst>
                </a:gridCol>
                <a:gridCol w="2888805">
                  <a:extLst>
                    <a:ext uri="{9D8B030D-6E8A-4147-A177-3AD203B41FA5}">
                      <a16:colId xmlns:a16="http://schemas.microsoft.com/office/drawing/2014/main" val="3050425509"/>
                    </a:ext>
                  </a:extLst>
                </a:gridCol>
                <a:gridCol w="2680321">
                  <a:extLst>
                    <a:ext uri="{9D8B030D-6E8A-4147-A177-3AD203B41FA5}">
                      <a16:colId xmlns:a16="http://schemas.microsoft.com/office/drawing/2014/main" val="937782987"/>
                    </a:ext>
                  </a:extLst>
                </a:gridCol>
              </a:tblGrid>
              <a:tr h="51845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Policy</a:t>
                      </a:r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Description</a:t>
                      </a:r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Policy</a:t>
                      </a:r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Description</a:t>
                      </a:r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150265"/>
                  </a:ext>
                </a:extLst>
              </a:tr>
              <a:tr h="518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APM-W11-SEC-Baseline-P-1.0</a:t>
                      </a:r>
                    </a:p>
                  </a:txBody>
                  <a:tcPr marL="7620" marR="7620" marT="7620"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Windows 11 Base hardening policy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APM-WIN-SEC-ASR-P-1.0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Attack Surface Reduction Policy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529854"/>
                  </a:ext>
                </a:extLst>
              </a:tr>
              <a:tr h="518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APM-W11-SEC-Edge Baseline-P-1.1</a:t>
                      </a:r>
                    </a:p>
                  </a:txBody>
                  <a:tcPr marL="7620" marR="7620" marT="7620"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Edge Base Hardening Policy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APM-WIN-SEC-ACfB Enforced Baseline-P-1.0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Application Control base policy, includes supplemental linked policies due to size.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97541"/>
                  </a:ext>
                </a:extLst>
              </a:tr>
              <a:tr h="518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APM-W11-SEC-Edge Dev Baseline-P-2.0</a:t>
                      </a:r>
                    </a:p>
                  </a:txBody>
                  <a:tcPr marL="7620" marR="7620" marT="7620"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Edge Developer Tools Base Policy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APM-WIN-SEC-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ACfB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Enforced MS App Block-P-1.0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Microsoft Application Block list policy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518943"/>
                  </a:ext>
                </a:extLst>
              </a:tr>
              <a:tr h="518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APM-WIN-MDE-Onboard-P-1.0</a:t>
                      </a:r>
                    </a:p>
                  </a:txBody>
                  <a:tcPr marL="7620" marR="7620" marT="7620"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Microsoft Defender Onboarding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APM-WIN-SEC-Digital Signing-P-1.0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Digital Signing Policy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901235"/>
                  </a:ext>
                </a:extLst>
              </a:tr>
              <a:tr h="518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APM-W11-SEC-Bitlocker-P-1.0</a:t>
                      </a:r>
                    </a:p>
                  </a:txBody>
                  <a:tcPr marL="7620" marR="7620" marT="7620"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Bitlocker Base Policy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APM-WIN-SEC-Trusted Publishers-P-1.0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Trusted Publisher List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25474"/>
                  </a:ext>
                </a:extLst>
              </a:tr>
              <a:tr h="5184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APM-Win11-USB Storage-Block</a:t>
                      </a:r>
                    </a:p>
                  </a:txBody>
                  <a:tcPr marL="7620" marR="7620" marT="7620"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USB Base Policy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APM-Win11-Windows LAPS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A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Local Admin account policy</a:t>
                      </a:r>
                    </a:p>
                  </a:txBody>
                  <a:tcPr marL="7620" marR="7620" marT="7620" anchor="b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694788"/>
                  </a:ext>
                </a:extLst>
              </a:tr>
              <a:tr h="518452"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741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36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89B88-C877-F42A-B7C3-95FCC5E2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9">
            <a:extLst>
              <a:ext uri="{FF2B5EF4-FFF2-40B4-BE49-F238E27FC236}">
                <a16:creationId xmlns:a16="http://schemas.microsoft.com/office/drawing/2014/main" id="{BC4168CB-C530-24DD-7975-49F88E55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172638"/>
            <a:ext cx="9816652" cy="447578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Gadugi" panose="020B0502040204020203" pitchFamily="34" charset="0"/>
                <a:ea typeface="Gadugi" panose="020B0502040204020203" pitchFamily="34" charset="0"/>
              </a:rPr>
              <a:t>W</a:t>
            </a:r>
            <a:r>
              <a:rPr lang="en-AU" sz="2800" b="1" dirty="0" err="1">
                <a:latin typeface="Gadugi" panose="020B0502040204020203" pitchFamily="34" charset="0"/>
                <a:ea typeface="Gadugi" panose="020B0502040204020203" pitchFamily="34" charset="0"/>
              </a:rPr>
              <a:t>indows</a:t>
            </a:r>
            <a:r>
              <a:rPr lang="en-AU" sz="2800" b="1" dirty="0">
                <a:latin typeface="Gadugi" panose="020B0502040204020203" pitchFamily="34" charset="0"/>
                <a:ea typeface="Gadugi" panose="020B0502040204020203" pitchFamily="34" charset="0"/>
              </a:rPr>
              <a:t> 11 Security Policies</a:t>
            </a:r>
            <a:endParaRPr lang="en-US" sz="2800"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A3D943-797E-D804-AB9E-486DA5F48B60}"/>
              </a:ext>
            </a:extLst>
          </p:cNvPr>
          <p:cNvSpPr txBox="1"/>
          <p:nvPr/>
        </p:nvSpPr>
        <p:spPr>
          <a:xfrm>
            <a:off x="312738" y="826500"/>
            <a:ext cx="11443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A125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Segoe UI" panose="020B0502040204020203" pitchFamily="34" charset="0"/>
              </a:rPr>
              <a:t>Use Case Breakdown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10DED05-8F2F-6F0E-2BE1-4BD9E817F3C2}"/>
              </a:ext>
            </a:extLst>
          </p:cNvPr>
          <p:cNvGraphicFramePr>
            <a:graphicFrameLocks noGrp="1"/>
          </p:cNvGraphicFramePr>
          <p:nvPr/>
        </p:nvGraphicFramePr>
        <p:xfrm>
          <a:off x="312738" y="1482215"/>
          <a:ext cx="11488285" cy="4170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9364">
                  <a:extLst>
                    <a:ext uri="{9D8B030D-6E8A-4147-A177-3AD203B41FA5}">
                      <a16:colId xmlns:a16="http://schemas.microsoft.com/office/drawing/2014/main" val="15918020"/>
                    </a:ext>
                  </a:extLst>
                </a:gridCol>
                <a:gridCol w="3162543">
                  <a:extLst>
                    <a:ext uri="{9D8B030D-6E8A-4147-A177-3AD203B41FA5}">
                      <a16:colId xmlns:a16="http://schemas.microsoft.com/office/drawing/2014/main" val="1530476705"/>
                    </a:ext>
                  </a:extLst>
                </a:gridCol>
                <a:gridCol w="2863189">
                  <a:extLst>
                    <a:ext uri="{9D8B030D-6E8A-4147-A177-3AD203B41FA5}">
                      <a16:colId xmlns:a16="http://schemas.microsoft.com/office/drawing/2014/main" val="2459700493"/>
                    </a:ext>
                  </a:extLst>
                </a:gridCol>
                <a:gridCol w="2863189">
                  <a:extLst>
                    <a:ext uri="{9D8B030D-6E8A-4147-A177-3AD203B41FA5}">
                      <a16:colId xmlns:a16="http://schemas.microsoft.com/office/drawing/2014/main" val="2075917839"/>
                    </a:ext>
                  </a:extLst>
                </a:gridCol>
              </a:tblGrid>
              <a:tr h="678565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Standard Devices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Developer Devices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J</a:t>
                      </a:r>
                      <a:r>
                        <a:rPr lang="en-AU" sz="2000" dirty="0" err="1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obseeker</a:t>
                      </a:r>
                      <a:r>
                        <a:rPr lang="en-AU" sz="2000" dirty="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 / Employment Services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accent1"/>
                          </a:solidFill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Privileged EUC Devices</a:t>
                      </a:r>
                      <a:endParaRPr lang="en-AU" sz="2000" dirty="0">
                        <a:solidFill>
                          <a:schemeClr val="accent1"/>
                        </a:solidFill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150265"/>
                  </a:ext>
                </a:extLst>
              </a:tr>
              <a:tr h="3469051"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All baseline policies applied.</a:t>
                      </a:r>
                    </a:p>
                    <a:p>
                      <a:pPr marL="285750" indent="-28575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Application Control for Business Enforcement stack</a:t>
                      </a:r>
                    </a:p>
                    <a:p>
                      <a:pPr marL="285750" indent="-28575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Windows 11 Baseline</a:t>
                      </a:r>
                    </a:p>
                    <a:p>
                      <a:pPr marL="285750" indent="-28575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Edge Baseline</a:t>
                      </a:r>
                    </a:p>
                    <a:p>
                      <a:pPr marL="285750" indent="-28575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USB Restrictions</a:t>
                      </a:r>
                    </a:p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There are some additional exceptions for specific groups, these are in addition to the standard policies.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Baseline policies applied, with the following exceptions:</a:t>
                      </a:r>
                    </a:p>
                    <a:p>
                      <a:pPr marL="285750" indent="-28575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Edge Developer Exception</a:t>
                      </a:r>
                      <a:b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</a:br>
                      <a: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APM-W11-SEC-Edge-Dev Exception-P-2.0</a:t>
                      </a:r>
                    </a:p>
                    <a:p>
                      <a:pPr marL="285750" indent="-285750">
                        <a:lnSpc>
                          <a:spcPct val="112000"/>
                        </a:lnSpc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Application Control for Business AUDIT stack (Pending Implementation)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Baseline policies applied, with the following exceptions: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USB Exception</a:t>
                      </a:r>
                      <a:b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</a:br>
                      <a: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APM-W11-SEC-USB Open Exception-D-1.0 (Pending)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400" b="0" i="0" dirty="0" err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Bitlocker</a:t>
                      </a:r>
                      <a: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 Exception</a:t>
                      </a:r>
                      <a:b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</a:br>
                      <a: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APM-W11-SEC-Bitlocker Exception-D-1.0 (Pending)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Some of the devices for JS are still on Windows 10 – redesign underway within APM for this.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Baseline policies applied, with the following exceptions: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USB Exception</a:t>
                      </a:r>
                      <a:b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</a:br>
                      <a: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APM-W11-SEC-USB Boot Exception-D-1.0 (Pending)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AU" sz="1400" b="0" i="0" dirty="0" err="1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Bitlocker</a:t>
                      </a:r>
                      <a: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 Exception</a:t>
                      </a:r>
                      <a:b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</a:br>
                      <a:r>
                        <a:rPr lang="en-AU" sz="1400" b="0" i="0" dirty="0">
                          <a:solidFill>
                            <a:srgbClr val="323130"/>
                          </a:solidFill>
                          <a:effectLst/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APM-W11-SEC-Bitlocker Exception-D-1.0 (Pending)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AU" sz="1400" b="0" i="0" dirty="0">
                        <a:solidFill>
                          <a:srgbClr val="323130"/>
                        </a:solidFill>
                        <a:effectLst/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28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12924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E4P_AGENDAWIZARD" val="&lt;ee4p&gt;&lt;layouts&gt;&lt;layout name=&quot;Capgemini invent Line Grey&quot; id=&quot;435_2&quot;&gt;&lt;standard&gt;&lt;textframe horizontalAnchor=&quot;1&quot; marginBottom=&quot;0&quot; marginLeft=&quot;0&quot; marginRight=&quot;0&quot; marginTop=&quot;0&quot; orientation=&quot;1&quot; verticalAnchor=&quot;1&quot; /&gt;&lt;font name=&quot;Ubuntu&quot; bold=&quot;0&quot; italic=&quot;0&quot; color=&quot;#ffffff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shadow visible=&quot;0&quot; /&gt;&lt;/standard&gt;&lt;agenda name=&quot;New Agenda&quot; title=&quot;Agenda&quot; subtitle=&quot;&quot; sizingModeId=&quot;2&quot; fontSize=&quot;24&quot; fontSizeAuto=&quot;1&quot; startTime=&quot;540&quot; timeFormatId=&quot;2&quot; startItemNo=&quot;1&quot; createSingleAgendaSlide=&quot;1&quot; createSeparatingSlides=&quot;1&quot; createBackupSlide=&quot;1&quot; /&gt;&lt;columns&gt;&lt;column field=&quot;itemno&quot; label=&quot;No.&quot; checked=&quot;1&quot; leftSpacing=&quot;0&quot; rightSpacing=&quot;0&quot; dock=&quot;1&quot; fixedWidth=&quot;52&quot; /&gt;&lt;column field=&quot;topic&quot; label=&quot;Topic&quot; leftSpacing=&quot;10&quot; rightDistribute=&quot;1&quot; dock=&quot;1&quot; /&gt;&lt;column field=&quot;responsible&quot; label=&quot;Responsible&quot; visible=&quot;1&quot; checked=&quot;1&quot; leftSpacing=&quot;10&quot; rightDistribute=&quot;1&quot; dock=&quot;1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position left=&quot;84.31764&quot; top=&quot;128.4218&quot; width=&quot;611.1824&quot; height=&quot;379.8731&quot; /&gt;&lt;settings allowedSizingModeIds=&quot;1|2&quot; allowedFontSizes=&quot;8|9|10|10.5|11|12|14|16|18&quot; allowedTimeFormatIds=&quot;1|2|3&quot; slideLayout=&quot;11&quot; customLayoutName=&quot;1_Agenda&quot; customLayoutNameBackup=&quot;1_Agenda&quot; customLayoutIndex=&quot;&quot; showBreak=&quot;1&quot; singleAgendaSlideSelected=&quot;0&quot; backupSlideTitle=&quot;Backup: %agendaName%&quot; topMargin=&quot;0&quot; leftMargin=&quot;0&quot; allowedLevels=&quot;4&quot; itemNoFormats=&quot;{1:2}¦{1:2}.{2}¦{3:alphaLC}¦{3:alphaLC}.{4:alphaLC}&quot; /&gt;&lt;!-- Agenda item formats --&gt;&lt;cases&gt;&lt;case level=&quot;1&quot; selected=&quot;0&quot; break=&quot;0&quot; topMinSpacing=&quot;15&quot; topMaxSpacing=&quot;15&quot; bottomMinSpacing=&quot;0&quot; bottomMaxSpacing=&quot;0&quot;&gt;&lt;element field=&quot;itemno&quot; type=&quot;autoshape&quot; autoShape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&gt;&lt;paragraphformat alignment=&quot;1&quot; /&gt;&lt;textframe marginLeft=&quot;0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1&quot; selected=&quot;1&quot; break=&quot;0&quot; topMinSpacing=&quot;15&quot; topMaxSpacing=&quot;15&quot; bottomMinSpacing=&quot;0&quot; bottomMaxSpacing=&quot;0&quot;&gt;&lt;element type=&quot;line&quot; value=&quot;&quot;&gt;&lt;position left=&quot;0&quot; top=&quot;itemHeight+3*scale*fontScale&quot; width=&quot;agendaWidth&quot; height=&quot;0&quot; /&gt;&lt;line style=&quot;1&quot; dashStyle=&quot;1&quot; foreColor=&quot;6&quot; transparency=&quot;0&quot; visible=&quot;1&quot; weight=&quot;1&quot; /&gt;&lt;/element&gt;&lt;element type=&quot;line&quot; value=&quot;&quot;&gt;&lt;position left=&quot;0&quot; top=&quot;0&quot; width=&quot;agendaWidth&quot; height=&quot;0&quot; /&gt;&lt;line style=&quot;1&quot; dashStyle=&quot;1&quot; foreColor=&quot;6&quot; transparency=&quot;0&quot; visible=&quot;1&quot; weight=&quot;1&quot; /&gt;&lt;/element&gt;&lt;element field=&quot;itemno&quot; type=&quot;autoshape&quot; autoShape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&gt;&lt;paragraphformat alignment=&quot;1&quot; /&gt;&lt;textframe marginLeft=&quot;0&quot; /&gt;&lt;/element&gt;&lt;element field=&quot;responsible&quot; type=&quot;autoshape&quot; autoShapeType=&quot;1&quot;&gt;&lt;paragraphformat alignment=&quot;1&quot; /&gt;&lt;/element&gt;&lt;element field=&quot;freecolumn&quot; type=&quot;autoshape&quot; autoShape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2&quot; selected=&quot;0&quot; break=&quot;0&quot; topMinSpacing=&quot;15&quot; topMaxSpacing=&quot;15&quot; bottomMinSpacing=&quot;0&quot; bottomMaxSpacing=&quot;0&quot;&gt;&lt;element field=&quot;itemno&quot; type=&quot;autoshape&quot; autoShapeType=&quot;1&quot; indent=&quot;(level-1)*(itemNoWidth+topicLeftSpacing) &quot; indent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 indent=&quot;(level-1)*(itemNoWidth+topicLeftSpacing) &quot; indentType=&quot;2&quot;&gt;&lt;paragraphformat alignment=&quot;1&quot; /&gt;&lt;textframe marginLeft=&quot;0&quot; /&gt;&lt;/element&gt;&lt;element field=&quot;responsible&quot; type=&quot;autoshape&quot; autoShapeType=&quot;1&quot; indent=&quot;(level-1)*(itemNoWidth+topicLeftSpacing) &quot; indentType=&quot;1&quot;&gt;&lt;paragraphformat alignment=&quot;1&quot; /&gt;&lt;/element&gt;&lt;element field=&quot;freecolumn&quot; type=&quot;autoshape&quot; autoShapeType=&quot;1&quot; indent=&quot;(level-1)*(itemNoWidth+topicLeftSpacing) &quot; indent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2&quot; selected=&quot;1&quot; break=&quot;0&quot; topMinSpacing=&quot;15&quot; topMaxSpacing=&quot;15&quot; bottomMinSpacing=&quot;0&quot; bottomMaxSpacing=&quot;0&quot;&gt;&lt;element type=&quot;line&quot; value=&quot;&quot;&gt;&lt;position left=&quot;0&quot; top=&quot;itemHeight+3*scale*fontScale&quot; width=&quot;agendaWidth&quot; height=&quot;0&quot; /&gt;&lt;line style=&quot;1&quot; dashStyle=&quot;1&quot; foreColor=&quot;6&quot; transparency=&quot;0&quot; visible=&quot;1&quot; weight=&quot;1&quot; /&gt;&lt;/element&gt;&lt;element type=&quot;line&quot; value=&quot;&quot;&gt;&lt;position left=&quot;0&quot; top=&quot;0&quot; width=&quot;agendaWidth&quot; height=&quot;0&quot; /&gt;&lt;line style=&quot;1&quot; dashStyle=&quot;1&quot; foreColor=&quot;6&quot; transparency=&quot;0&quot; visible=&quot;1&quot; weight=&quot;1&quot; /&gt;&lt;/element&gt;&lt;element field=&quot;itemno&quot; type=&quot;autoshape&quot; autoShapeType=&quot;1&quot; indent=&quot;(level-1)*(itemNoWidth+topicLeftSpacing) &quot; indentType=&quot;1&quot;&gt;&lt;textframe marginLeft=&quot;0&quot; marginRight=&quot;0&quot; /&gt;&lt;paragraphformat alignment=&quot;1&quot; /&gt;&lt;font bold=&quot;1&quot; color=&quot;6&quot; /&gt;&lt;/element&gt;&lt;element field=&quot;topic&quot; type=&quot;autoshape&quot; autoShapeType=&quot;1&quot; indent=&quot;(level-1)*(itemNoWidth+topicLeftSpacing) &quot; indentType=&quot;2&quot;&gt;&lt;paragraphformat alignment=&quot;1&quot; /&gt;&lt;textframe marginLeft=&quot;0&quot; /&gt;&lt;/element&gt;&lt;element field=&quot;responsible&quot; type=&quot;autoshape&quot; autoShapeType=&quot;1&quot; indent=&quot;(level-1)*(itemNoWidth+topicLeftSpacing) &quot; indentType=&quot;1&quot;&gt;&lt;paragraphformat alignment=&quot;1&quot; /&gt;&lt;/element&gt;&lt;element field=&quot;freecolumn&quot; type=&quot;autoshape&quot; autoShapeType=&quot;1&quot; indent=&quot;(level-1)*(itemNoWidth+topicLeftSpacing) &quot; indentType=&quot;1&quot;&gt;&lt;paragraphformat alignment=&quot;1&quot; /&gt;&lt;/element&gt;&lt;element field=&quot;timeslot&quot; type=&quot;autoshape&quot; autoShapeType=&quot;1&quot;&gt;&lt;paragraphformat alignment=&quot;3&quot; /&gt;&lt;/element&gt;&lt;element field=&quot;pageno&quot; type=&quot;autoshape&quot; autoShapeType=&quot;1&quot;&gt;&lt;paragraphformat alignment=&quot;3&quot; /&gt;&lt;/element&gt;&lt;/case&gt;&lt;case level=&quot;1&quot; selected=&quot;0&quot; break=&quot;1&quot; topMinSpacing=&quot;15&quot; topMaxSpacing=&quot;15&quot; bottomMinSpacing=&quot;0&quot; bottomMaxSpacing=&quot;0&quot;&gt;&lt;element field=&quot;topic&quot; type=&quot;autoshape&quot; autoShapeType=&quot;1&quot; indent=&quot;(level-1)*(itemNoWidth+topicLeftSpacing) &quot; indentType=&quot;2&quot;&gt;&lt;paragraphformat alignment=&quot;1&quot; /&gt;&lt;font italic=&quot;1&quot; /&gt;&lt;/element&gt;&lt;element field=&quot;responsible&quot; type=&quot;autoshape&quot; autoShapeType=&quot;1&quot; indent=&quot;(level-1)*(itemNoWidth+topicLeftSpacing) &quot; indentType=&quot;1&quot;&gt;&lt;paragraphformat alignment=&quot;1&quot; /&gt;&lt;font italic=&quot;1&quot; /&gt;&lt;/element&gt;&lt;element field=&quot;freecolumn&quot; type=&quot;autoshape&quot; autoShapeType=&quot;1&quot; indent=&quot;(level-1)*(itemNoWidth+topicLeftSpacing) &quot; indentType=&quot;1&quot;&gt;&lt;paragraphformat alignment=&quot;1&quot; /&gt;&lt;font italic=&quot;1&quot; /&gt;&lt;/element&gt;&lt;element field=&quot;timeslot&quot; type=&quot;autoshape&quot; autoShapeType=&quot;1&quot;&gt;&lt;paragraphformat alignment=&quot;3&quot; /&gt;&lt;font italic=&quot;1&quot; /&gt;&lt;/element&gt;&lt;element field=&quot;pageno&quot; type=&quot;autoshape&quot; autoShapeType=&quot;1&quot;&gt;&lt;paragraphformat alignment=&quot;3&quot; /&gt;&lt;font italic=&quot;1&quot; /&gt;&lt;/element&gt;&lt;/case&gt;&lt;case level=&quot;1&quot; selected=&quot;1&quot; break=&quot;1&quot; topMinSpacing=&quot;15&quot; topMaxSpacing=&quot;15&quot; bottomMinSpacing=&quot;0&quot; bottomMaxSpacing=&quot;0&quot;&gt;&lt;element type=&quot;line&quot; value=&quot;&quot;&gt;&lt;position left=&quot;0&quot; top=&quot;itemHeight+3*scale*fontScale&quot; width=&quot;agendaWidth&quot; height=&quot;0&quot; /&gt;&lt;line style=&quot;1&quot; dashStyle=&quot;1&quot; foreColor=&quot;6&quot; transparency=&quot;0&quot; visible=&quot;1&quot; weight=&quot;1&quot; /&gt;&lt;/element&gt;&lt;element type=&quot;line&quot; value=&quot;&quot;&gt;&lt;position left=&quot;0&quot; top=&quot;0&quot; width=&quot;agendaWidth&quot; height=&quot;0&quot; /&gt;&lt;line style=&quot;1&quot; dashStyle=&quot;1&quot; foreColor=&quot;6&quot; transparency=&quot;0&quot; visible=&quot;1&quot; weight=&quot;1&quot; /&gt;&lt;/element&gt;&lt;element field=&quot;topic&quot; type=&quot;autoshape&quot; autoShapeType=&quot;1&quot; indent=&quot;(level-1)*(itemNoWidth+topicLeftSpacing) &quot; indentType=&quot;2&quot;&gt;&lt;paragraphformat alignment=&quot;1&quot; /&gt;&lt;font italic=&quot;1&quot; /&gt;&lt;/element&gt;&lt;element field=&quot;responsible&quot; type=&quot;autoshape&quot; autoShapeType=&quot;1&quot; indent=&quot;(level-1)*(itemNoWidth+topicLeftSpacing) &quot; indentType=&quot;1&quot;&gt;&lt;paragraphformat alignment=&quot;1&quot; /&gt;&lt;font italic=&quot;1&quot; /&gt;&lt;/element&gt;&lt;element field=&quot;freecolumn&quot; type=&quot;autoshape&quot; autoShapeType=&quot;1&quot; indent=&quot;(level-1)*(itemNoWidth+topicLeftSpacing) &quot; indentType=&quot;1&quot;&gt;&lt;paragraphformat alignment=&quot;1&quot; /&gt;&lt;font italic=&quot;1&quot; /&gt;&lt;/element&gt;&lt;element field=&quot;timeslot&quot; type=&quot;autoshape&quot; autoShapeType=&quot;1&quot;&gt;&lt;paragraphformat alignment=&quot;3&quot; /&gt;&lt;font italic=&quot;1&quot; /&gt;&lt;/element&gt;&lt;element field=&quot;pageno&quot; type=&quot;autoshape&quot; autoShapeType=&quot;1&quot;&gt;&lt;paragraphformat alignment=&quot;3&quot; /&gt;&lt;font italic=&quot;1&quot; /&gt;&lt;/element&gt;&lt;/case&gt;&lt;/cases&gt;&lt;!-- Elements on slide independent of items --&gt;&lt;elements&gt;&lt;!--   &lt;element type=&quot;picture&quot; picture=&quot;image.png&quot; value=&quot;asdf&quot;  &gt;&#10;          &lt;position left=&quot;-278.9405&quot; top=&quot;-142.375&quot; width=&quot;457.6407&quot; height=&quot;540.0002&quot;/&gt;        &#10;        &lt;/element&gt;&#10;&#10;        &lt;element type=&quot;picture&quot; picture=&quot;BG_blue.png&quot; value=&quot;asdf&quot;  &gt;&#10;          &lt;position left=&quot;-278.9405&quot; top=&quot;-142.375&quot; width=&quot;960&quot; height=&quot;540&quot;/&gt;        &#10;        &lt;/element&gt; --&gt;&lt;/elements&gt;&lt;/layout&gt;&lt;/layouts&gt;&lt;contents&gt;&lt;agenda name=&quot;New Agenda&quot; title=&quot;Agenda&quot; subtitle=&quot;&quot; sizingModeId=&quot;2&quot; fontSize=&quot;24&quot; fontSizeAuto=&quot;1&quot; startTime=&quot;540&quot; timeFormatId=&quot;2&quot; startItemNo=&quot;1&quot; createSingleAgendaSlide=&quot;1&quot; createSeparatingSlides=&quot;1&quot; createBackupSlide=&quot;1&quot; layoutId=&quot;435_2&quot; hideSeparatingSlides=&quot;0&quot; createSections=&quot;0&quot; singleSlideId=&quot;4a985bb3-9c0f-4d30-bab0-e861f6c1f7d9&quot; backupSlideId=&quot;59f12b8f-bcfa-4c72-806d-af721da5741a&quot;&gt;&lt;columns leftSpacing=&quot;0&quot; rightSpacing=&quot;0&quot;&gt;&lt;column field=&quot;itemno&quot; label=&quot;No.&quot; checked=&quot;1&quot; leftSpacing=&quot;0&quot; rightSpacing=&quot;0&quot; dock=&quot;1&quot; fixedWidth=&quot;52&quot; /&gt;&lt;column field=&quot;topic&quot; label=&quot;Topic&quot; leftSpacing=&quot;10&quot; rightDistribute=&quot;1&quot; dock=&quot;1&quot; rightSpacing=&quot;114.0997&quot; /&gt;&lt;column field=&quot;responsible&quot; label=&quot;Responsible&quot; visible=&quot;1&quot; checked=&quot;1&quot; leftSpacing=&quot;10&quot; rightDistribute=&quot;1&quot; dock=&quot;1&quot; rightSpacing=&quot;114.0997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items&gt;&lt;item duration=&quot;30&quot; id=&quot;f30ff3b2-059e-47be-bfce-20f89c801ddd&quot; parentId=&quot;&quot; level=&quot;1&quot; generateAgendaSlide=&quot;1&quot; showAgendaItem=&quot;1&quot; isBreak=&quot;0&quot; topic=&quot;Part 1&quot; agendaSlideId=&quot;af0b860f-cd42-4a9e-9c99-a53635a9e083&quot; /&gt;&lt;item duration=&quot;30&quot; id=&quot;7f2c9adb-5359-438f-8174-f3799807dfb9&quot; parentId=&quot;&quot; level=&quot;1&quot; generateAgendaSlide=&quot;1&quot; showAgendaItem=&quot;1&quot; isBreak=&quot;0&quot; topic=&quot;Part 2&quot; agendaSlideId=&quot;07e6bc76-8a2b-48ad-97c4-1f85e540bbd5&quot; /&gt;&lt;item duration=&quot;30&quot; id=&quot;00ba97b5-5509-49fc-95b8-9afe1f8e54cf&quot; parentId=&quot;&quot; level=&quot;1&quot; generateAgendaSlide=&quot;1&quot; showAgendaItem=&quot;1&quot; isBreak=&quot;0&quot; topic=&quot;Part 3&quot; agendaSlideId=&quot;4d6dfe7c-00a3-4d20-aa7f-6447da594e0a&quot; /&gt;&lt;item duration=&quot;30&quot; id=&quot;d6c20a75-a816-4fd9-9cac-9e1eb824eb5f&quot; parentId=&quot;&quot; level=&quot;1&quot; generateAgendaSlide=&quot;1&quot; showAgendaItem=&quot;1&quot; isBreak=&quot;0&quot; topic=&quot;Part 4&quot; agendaSlideId=&quot;d29762e6-a410-4070-9806-5d73acff4eaf&quot; /&gt;&lt;/items&gt;&lt;/agenda&gt;&lt;/contents&gt;&lt;/ee4p&gt;"/>
  <p:tag name="EE4P_STYLE_ID" val="3edb2f5e-e25b-4bbf-81ee-2b439644738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pgemini_2025">
  <a:themeElements>
    <a:clrScheme name="Capgemini 2024">
      <a:dk1>
        <a:sysClr val="windowText" lastClr="000000"/>
      </a:dk1>
      <a:lt1>
        <a:srgbClr val="FFFFFF"/>
      </a:lt1>
      <a:dk2>
        <a:srgbClr val="000000"/>
      </a:dk2>
      <a:lt2>
        <a:srgbClr val="F6F6F6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00BFBF"/>
      </a:accent6>
      <a:hlink>
        <a:srgbClr val="00929B"/>
      </a:hlink>
      <a:folHlink>
        <a:srgbClr val="00BFBF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5-new.pptx" id="{1A5E21FD-F1C4-4602-B93C-205760177B2A}" vid="{524A17E9-0B99-43DD-868E-483190FF6BA1}"/>
    </a:ext>
  </a:extLst>
</a:theme>
</file>

<file path=ppt/theme/theme2.xml><?xml version="1.0" encoding="utf-8"?>
<a:theme xmlns:a="http://schemas.openxmlformats.org/drawingml/2006/main" name="1_Custom Design">
  <a:themeElements>
    <a:clrScheme name="NEW APM">
      <a:dk1>
        <a:srgbClr val="000000"/>
      </a:dk1>
      <a:lt1>
        <a:srgbClr val="FFFFFF"/>
      </a:lt1>
      <a:dk2>
        <a:srgbClr val="B3B2B1"/>
      </a:dk2>
      <a:lt2>
        <a:srgbClr val="F3F3F3"/>
      </a:lt2>
      <a:accent1>
        <a:srgbClr val="FF9E16"/>
      </a:accent1>
      <a:accent2>
        <a:srgbClr val="1F355E"/>
      </a:accent2>
      <a:accent3>
        <a:srgbClr val="EC008C"/>
      </a:accent3>
      <a:accent4>
        <a:srgbClr val="48B2E8"/>
      </a:accent4>
      <a:accent5>
        <a:srgbClr val="00A19B"/>
      </a:accent5>
      <a:accent6>
        <a:srgbClr val="A4D55D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1DA7FF4-1E4A-455A-8B47-1B12E09F8B67}" vid="{B623D0CB-010A-4B97-82A4-B1EE930F3C30}"/>
    </a:ext>
  </a:extLst>
</a:theme>
</file>

<file path=ppt/theme/theme3.xml><?xml version="1.0" encoding="utf-8"?>
<a:theme xmlns:a="http://schemas.openxmlformats.org/drawingml/2006/main" name="Custom Design">
  <a:themeElements>
    <a:clrScheme name="NEW APM">
      <a:dk1>
        <a:srgbClr val="000000"/>
      </a:dk1>
      <a:lt1>
        <a:srgbClr val="FFFFFF"/>
      </a:lt1>
      <a:dk2>
        <a:srgbClr val="B3B2B1"/>
      </a:dk2>
      <a:lt2>
        <a:srgbClr val="F3F3F3"/>
      </a:lt2>
      <a:accent1>
        <a:srgbClr val="FF9E16"/>
      </a:accent1>
      <a:accent2>
        <a:srgbClr val="1F355E"/>
      </a:accent2>
      <a:accent3>
        <a:srgbClr val="EC008C"/>
      </a:accent3>
      <a:accent4>
        <a:srgbClr val="48B2E8"/>
      </a:accent4>
      <a:accent5>
        <a:srgbClr val="00A19B"/>
      </a:accent5>
      <a:accent6>
        <a:srgbClr val="A4D55D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1DA7FF4-1E4A-455A-8B47-1B12E09F8B67}" vid="{B623D0CB-010A-4B97-82A4-B1EE930F3C30}"/>
    </a:ext>
  </a:extLst>
</a:theme>
</file>

<file path=ppt/theme/theme4.xml><?xml version="1.0" encoding="utf-8"?>
<a:theme xmlns:a="http://schemas.openxmlformats.org/drawingml/2006/main" name="Tema do Office">
  <a:themeElements>
    <a:clrScheme name="Capgemini Invent">
      <a:dk1>
        <a:sysClr val="windowText" lastClr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0070A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Capgemini Invent">
      <a:dk1>
        <a:sysClr val="windowText" lastClr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0070A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D005C7-03E4-4069-A4FB-9A9D17E8A0A1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ff8542-962c-45bc-800a-69ace1b48c2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BCA40961FE304997D4C0B01CAFC317" ma:contentTypeVersion="9" ma:contentTypeDescription="Create a new document." ma:contentTypeScope="" ma:versionID="1ae482bacee26318178e4b517e2c24a5">
  <xsd:schema xmlns:xsd="http://www.w3.org/2001/XMLSchema" xmlns:xs="http://www.w3.org/2001/XMLSchema" xmlns:p="http://schemas.microsoft.com/office/2006/metadata/properties" xmlns:ns2="a9ff8542-962c-45bc-800a-69ace1b48c27" targetNamespace="http://schemas.microsoft.com/office/2006/metadata/properties" ma:root="true" ma:fieldsID="c946e936256870c3938b46aae1ce4e1c" ns2:_="">
    <xsd:import namespace="a9ff8542-962c-45bc-800a-69ace1b48c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ff8542-962c-45bc-800a-69ace1b48c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95f083af-7c31-4f90-9aa7-511dd389e1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4DB1C4-6317-4B8D-B83E-4DC44C18520C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a9ff8542-962c-45bc-800a-69ace1b48c27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2719C7E8-B27F-41A9-88DA-186B849BF2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143125-709D-4240-A6FF-310DC2AD5B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ff8542-962c-45bc-800a-69ace1b48c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7dea8b7-9eaa-40b7-9fe0-5c9e237036c0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Capgemini-template-master_2025</Template>
  <TotalTime>201</TotalTime>
  <Words>246</Words>
  <Application>Microsoft Office PowerPoint</Application>
  <PresentationFormat>Widescreen</PresentationFormat>
  <Paragraphs>54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Capgemini_2025</vt:lpstr>
      <vt:lpstr>1_Custom Design</vt:lpstr>
      <vt:lpstr>Custom Design</vt:lpstr>
      <vt:lpstr>Windows 11 Security Policies</vt:lpstr>
      <vt:lpstr>Windows 11 Security Policies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APM RFFR Client Kick Off</dc:title>
  <dc:subject>Template</dc:subject>
  <dc:creator>Goodman-Jones, Philip</dc:creator>
  <cp:lastModifiedBy>Shaun Struik</cp:lastModifiedBy>
  <cp:revision>7</cp:revision>
  <dcterms:created xsi:type="dcterms:W3CDTF">2025-03-21T01:40:07Z</dcterms:created>
  <dcterms:modified xsi:type="dcterms:W3CDTF">2026-06-24T00:43:40Z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0x0101002DBCA40961FE304997D4C0B01CAFC317</vt:lpwstr>
  </property>
  <property fmtid="{D5CDD505-2E9C-101B-9397-08002B2CF9AE}" pid="3" name="MediaServiceImageTags">
    <vt:lpwstr/>
  </property>
  <property fmtid="{D5CDD505-2E9C-101B-9397-08002B2CF9AE}" pid="4" name="MSIP_Label_7d0f9f1f-f22f-44fd-8844-410aa22a8c4a_Enabled">
    <vt:lpwstr>true</vt:lpwstr>
  </property>
  <property fmtid="{D5CDD505-2E9C-101B-9397-08002B2CF9AE}" pid="5" name="MSIP_Label_7d0f9f1f-f22f-44fd-8844-410aa22a8c4a_SetDate">
    <vt:lpwstr>2025-11-02T23:07:12Z</vt:lpwstr>
  </property>
  <property fmtid="{D5CDD505-2E9C-101B-9397-08002B2CF9AE}" pid="6" name="MSIP_Label_7d0f9f1f-f22f-44fd-8844-410aa22a8c4a_Method">
    <vt:lpwstr>Standard</vt:lpwstr>
  </property>
  <property fmtid="{D5CDD505-2E9C-101B-9397-08002B2CF9AE}" pid="7" name="MSIP_Label_7d0f9f1f-f22f-44fd-8844-410aa22a8c4a_Name">
    <vt:lpwstr>Confidential</vt:lpwstr>
  </property>
  <property fmtid="{D5CDD505-2E9C-101B-9397-08002B2CF9AE}" pid="8" name="MSIP_Label_7d0f9f1f-f22f-44fd-8844-410aa22a8c4a_SiteId">
    <vt:lpwstr>fa7adf0d-de2d-4570-8f5f-4bca4772988f</vt:lpwstr>
  </property>
  <property fmtid="{D5CDD505-2E9C-101B-9397-08002B2CF9AE}" pid="9" name="MSIP_Label_7d0f9f1f-f22f-44fd-8844-410aa22a8c4a_ActionId">
    <vt:lpwstr>18fbde65-53d5-4116-afa1-c8134c241092</vt:lpwstr>
  </property>
  <property fmtid="{D5CDD505-2E9C-101B-9397-08002B2CF9AE}" pid="10" name="MSIP_Label_7d0f9f1f-f22f-44fd-8844-410aa22a8c4a_ContentBits">
    <vt:lpwstr>2</vt:lpwstr>
  </property>
  <property fmtid="{D5CDD505-2E9C-101B-9397-08002B2CF9AE}" pid="11" name="MSIP_Label_7d0f9f1f-f22f-44fd-8844-410aa22a8c4a_Tag">
    <vt:lpwstr>10, 3, 0, 1</vt:lpwstr>
  </property>
  <property fmtid="{D5CDD505-2E9C-101B-9397-08002B2CF9AE}" pid="12" name="ClassificationContentMarkingFooterText">
    <vt:lpwstr>Classification: Confidential</vt:lpwstr>
  </property>
</Properties>
</file>
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Lst>
  <p:notesMasterIdLst>
    <p:notesMasterId r:id="rId8"/>
  </p:notesMasterIdLst>
  <p:sldIdLst>
    <p:sldId id="2076137411" r:id="rId5"/>
    <p:sldId id="2076137461" r:id="rId6"/>
    <p:sldId id="2076137462" r:id="rId7"/>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55E"/>
    <a:srgbClr val="48B2E8"/>
    <a:srgbClr val="693278"/>
    <a:srgbClr val="00A19B"/>
    <a:srgbClr val="EC008C"/>
    <a:srgbClr val="0070C0"/>
    <a:srgbClr val="F99D25"/>
    <a:srgbClr val="262982"/>
    <a:srgbClr val="A9ABAD"/>
    <a:srgbClr val="A4D5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88C74-A912-4383-8C29-F34FC9B6C462}" v="27" dt="2025-10-21T00:02:16.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i Lingam" userId="28b14f78-e56c-4553-a426-4e8a4543d9eb" providerId="ADAL" clId="{7AEB1AC0-2658-41DC-8AC4-1D0D73760458}"/>
    <pc:docChg chg="undo redo custSel addSld delSld modSld">
      <pc:chgData name="Yogi Lingam" userId="28b14f78-e56c-4553-a426-4e8a4543d9eb" providerId="ADAL" clId="{7AEB1AC0-2658-41DC-8AC4-1D0D73760458}" dt="2025-10-21T00:02:25.117" v="1641" actId="1076"/>
      <pc:docMkLst>
        <pc:docMk/>
      </pc:docMkLst>
      <pc:sldChg chg="modSp mod">
        <pc:chgData name="Yogi Lingam" userId="28b14f78-e56c-4553-a426-4e8a4543d9eb" providerId="ADAL" clId="{7AEB1AC0-2658-41DC-8AC4-1D0D73760458}" dt="2025-10-20T22:37:42.273" v="117" actId="20577"/>
        <pc:sldMkLst>
          <pc:docMk/>
          <pc:sldMk cId="4148047036" sldId="2076137411"/>
        </pc:sldMkLst>
        <pc:spChg chg="mod">
          <ac:chgData name="Yogi Lingam" userId="28b14f78-e56c-4553-a426-4e8a4543d9eb" providerId="ADAL" clId="{7AEB1AC0-2658-41DC-8AC4-1D0D73760458}" dt="2025-10-20T22:37:34.693" v="109" actId="1076"/>
          <ac:spMkLst>
            <pc:docMk/>
            <pc:sldMk cId="4148047036" sldId="2076137411"/>
            <ac:spMk id="5" creationId="{65206A19-6F99-B625-77FF-A751268133C7}"/>
          </ac:spMkLst>
        </pc:spChg>
        <pc:spChg chg="mod">
          <ac:chgData name="Yogi Lingam" userId="28b14f78-e56c-4553-a426-4e8a4543d9eb" providerId="ADAL" clId="{7AEB1AC0-2658-41DC-8AC4-1D0D73760458}" dt="2025-10-20T22:37:42.273" v="117" actId="20577"/>
          <ac:spMkLst>
            <pc:docMk/>
            <pc:sldMk cId="4148047036" sldId="2076137411"/>
            <ac:spMk id="6" creationId="{2E0D8AC0-F7DD-1E91-735A-29A5CE4AEA20}"/>
          </ac:spMkLst>
        </pc:spChg>
      </pc:sldChg>
      <pc:sldChg chg="add">
        <pc:chgData name="Yogi Lingam" userId="28b14f78-e56c-4553-a426-4e8a4543d9eb" providerId="ADAL" clId="{7AEB1AC0-2658-41DC-8AC4-1D0D73760458}" dt="2025-10-20T22:38:11.626" v="118"/>
        <pc:sldMkLst>
          <pc:docMk/>
          <pc:sldMk cId="409058638" sldId="2076137461"/>
        </pc:sldMkLst>
      </pc:sldChg>
      <pc:sldChg chg="addSp delSp modSp add mod">
        <pc:chgData name="Yogi Lingam" userId="28b14f78-e56c-4553-a426-4e8a4543d9eb" providerId="ADAL" clId="{7AEB1AC0-2658-41DC-8AC4-1D0D73760458}" dt="2025-10-21T00:02:25.117" v="1641" actId="1076"/>
        <pc:sldMkLst>
          <pc:docMk/>
          <pc:sldMk cId="1828381613" sldId="2076137462"/>
        </pc:sldMkLst>
        <pc:spChg chg="mod">
          <ac:chgData name="Yogi Lingam" userId="28b14f78-e56c-4553-a426-4e8a4543d9eb" providerId="ADAL" clId="{7AEB1AC0-2658-41DC-8AC4-1D0D73760458}" dt="2025-10-21T00:01:20.850" v="1635" actId="14100"/>
          <ac:spMkLst>
            <pc:docMk/>
            <pc:sldMk cId="1828381613" sldId="2076137462"/>
            <ac:spMk id="6" creationId="{1D628540-ED89-8B69-091F-B8215C89C343}"/>
          </ac:spMkLst>
        </pc:spChg>
        <pc:spChg chg="mod topLvl">
          <ac:chgData name="Yogi Lingam" userId="28b14f78-e56c-4553-a426-4e8a4543d9eb" providerId="ADAL" clId="{7AEB1AC0-2658-41DC-8AC4-1D0D73760458}" dt="2025-10-20T22:58:20.776" v="720" actId="207"/>
          <ac:spMkLst>
            <pc:docMk/>
            <pc:sldMk cId="1828381613" sldId="2076137462"/>
            <ac:spMk id="12" creationId="{47A08C96-7E88-F22A-E676-ADCBA31BF814}"/>
          </ac:spMkLst>
        </pc:spChg>
        <pc:spChg chg="mod">
          <ac:chgData name="Yogi Lingam" userId="28b14f78-e56c-4553-a426-4e8a4543d9eb" providerId="ADAL" clId="{7AEB1AC0-2658-41DC-8AC4-1D0D73760458}" dt="2025-10-21T00:01:46.815" v="1636" actId="113"/>
          <ac:spMkLst>
            <pc:docMk/>
            <pc:sldMk cId="1828381613" sldId="2076137462"/>
            <ac:spMk id="16" creationId="{E1076D46-BA8A-3374-3137-0FD57ED49231}"/>
          </ac:spMkLst>
        </pc:spChg>
        <pc:spChg chg="add mod">
          <ac:chgData name="Yogi Lingam" userId="28b14f78-e56c-4553-a426-4e8a4543d9eb" providerId="ADAL" clId="{7AEB1AC0-2658-41DC-8AC4-1D0D73760458}" dt="2025-10-20T22:58:16.333" v="719" actId="207"/>
          <ac:spMkLst>
            <pc:docMk/>
            <pc:sldMk cId="1828381613" sldId="2076137462"/>
            <ac:spMk id="20" creationId="{3A401833-2D5E-71EC-0B03-75580BCF2F48}"/>
          </ac:spMkLst>
        </pc:spChg>
        <pc:spChg chg="mod topLvl">
          <ac:chgData name="Yogi Lingam" userId="28b14f78-e56c-4553-a426-4e8a4543d9eb" providerId="ADAL" clId="{7AEB1AC0-2658-41DC-8AC4-1D0D73760458}" dt="2025-10-20T23:43:08.427" v="899" actId="1036"/>
          <ac:spMkLst>
            <pc:docMk/>
            <pc:sldMk cId="1828381613" sldId="2076137462"/>
            <ac:spMk id="39" creationId="{4F0EBC0E-D8CC-A1E8-4A81-A4445F5E3B2E}"/>
          </ac:spMkLst>
        </pc:spChg>
        <pc:spChg chg="mod">
          <ac:chgData name="Yogi Lingam" userId="28b14f78-e56c-4553-a426-4e8a4543d9eb" providerId="ADAL" clId="{7AEB1AC0-2658-41DC-8AC4-1D0D73760458}" dt="2025-10-20T23:43:14.769" v="905" actId="1035"/>
          <ac:spMkLst>
            <pc:docMk/>
            <pc:sldMk cId="1828381613" sldId="2076137462"/>
            <ac:spMk id="40" creationId="{16033D07-373A-FCBB-1DF6-689DF88A9EC4}"/>
          </ac:spMkLst>
        </pc:spChg>
        <pc:spChg chg="mod">
          <ac:chgData name="Yogi Lingam" userId="28b14f78-e56c-4553-a426-4e8a4543d9eb" providerId="ADAL" clId="{7AEB1AC0-2658-41DC-8AC4-1D0D73760458}" dt="2025-10-20T23:42:23.453" v="878" actId="165"/>
          <ac:spMkLst>
            <pc:docMk/>
            <pc:sldMk cId="1828381613" sldId="2076137462"/>
            <ac:spMk id="44" creationId="{471933B1-0E13-F707-17DD-E9CA4C0BA209}"/>
          </ac:spMkLst>
        </pc:spChg>
        <pc:spChg chg="mod">
          <ac:chgData name="Yogi Lingam" userId="28b14f78-e56c-4553-a426-4e8a4543d9eb" providerId="ADAL" clId="{7AEB1AC0-2658-41DC-8AC4-1D0D73760458}" dt="2025-10-20T23:56:33.507" v="1326" actId="1035"/>
          <ac:spMkLst>
            <pc:docMk/>
            <pc:sldMk cId="1828381613" sldId="2076137462"/>
            <ac:spMk id="45" creationId="{3A997B3F-AB7B-7E54-35B6-54A1BA97C23D}"/>
          </ac:spMkLst>
        </pc:spChg>
        <pc:spChg chg="mod">
          <ac:chgData name="Yogi Lingam" userId="28b14f78-e56c-4553-a426-4e8a4543d9eb" providerId="ADAL" clId="{7AEB1AC0-2658-41DC-8AC4-1D0D73760458}" dt="2025-10-20T23:42:23.453" v="878" actId="165"/>
          <ac:spMkLst>
            <pc:docMk/>
            <pc:sldMk cId="1828381613" sldId="2076137462"/>
            <ac:spMk id="49" creationId="{C231C9BD-2832-DBCD-4468-F6B210FA6EA8}"/>
          </ac:spMkLst>
        </pc:spChg>
        <pc:spChg chg="mod">
          <ac:chgData name="Yogi Lingam" userId="28b14f78-e56c-4553-a426-4e8a4543d9eb" providerId="ADAL" clId="{7AEB1AC0-2658-41DC-8AC4-1D0D73760458}" dt="2025-10-20T23:56:44.006" v="1340" actId="20577"/>
          <ac:spMkLst>
            <pc:docMk/>
            <pc:sldMk cId="1828381613" sldId="2076137462"/>
            <ac:spMk id="50" creationId="{62152B19-D67A-7565-560C-107B199B5374}"/>
          </ac:spMkLst>
        </pc:spChg>
        <pc:spChg chg="mod">
          <ac:chgData name="Yogi Lingam" userId="28b14f78-e56c-4553-a426-4e8a4543d9eb" providerId="ADAL" clId="{7AEB1AC0-2658-41DC-8AC4-1D0D73760458}" dt="2025-10-20T23:57:08.375" v="1394" actId="20577"/>
          <ac:spMkLst>
            <pc:docMk/>
            <pc:sldMk cId="1828381613" sldId="2076137462"/>
            <ac:spMk id="55" creationId="{55BB1712-5FA7-C3AD-A8E2-33F793207445}"/>
          </ac:spMkLst>
        </pc:spChg>
        <pc:spChg chg="mod">
          <ac:chgData name="Yogi Lingam" userId="28b14f78-e56c-4553-a426-4e8a4543d9eb" providerId="ADAL" clId="{7AEB1AC0-2658-41DC-8AC4-1D0D73760458}" dt="2025-10-20T23:42:23.453" v="878" actId="165"/>
          <ac:spMkLst>
            <pc:docMk/>
            <pc:sldMk cId="1828381613" sldId="2076137462"/>
            <ac:spMk id="59" creationId="{0D16CADD-23FC-5D76-3A25-5E235F258509}"/>
          </ac:spMkLst>
        </pc:spChg>
        <pc:spChg chg="mod">
          <ac:chgData name="Yogi Lingam" userId="28b14f78-e56c-4553-a426-4e8a4543d9eb" providerId="ADAL" clId="{7AEB1AC0-2658-41DC-8AC4-1D0D73760458}" dt="2025-10-20T23:57:03.639" v="1386" actId="20577"/>
          <ac:spMkLst>
            <pc:docMk/>
            <pc:sldMk cId="1828381613" sldId="2076137462"/>
            <ac:spMk id="60" creationId="{826C3757-6711-472D-2B0E-EEAC734F7F90}"/>
          </ac:spMkLst>
        </pc:spChg>
        <pc:spChg chg="mod">
          <ac:chgData name="Yogi Lingam" userId="28b14f78-e56c-4553-a426-4e8a4543d9eb" providerId="ADAL" clId="{7AEB1AC0-2658-41DC-8AC4-1D0D73760458}" dt="2025-10-20T23:42:23.453" v="878" actId="165"/>
          <ac:spMkLst>
            <pc:docMk/>
            <pc:sldMk cId="1828381613" sldId="2076137462"/>
            <ac:spMk id="64" creationId="{F814684E-159B-FDBE-FC2B-875E0B2C1536}"/>
          </ac:spMkLst>
        </pc:spChg>
        <pc:spChg chg="mod">
          <ac:chgData name="Yogi Lingam" userId="28b14f78-e56c-4553-a426-4e8a4543d9eb" providerId="ADAL" clId="{7AEB1AC0-2658-41DC-8AC4-1D0D73760458}" dt="2025-10-20T23:56:57.901" v="1370" actId="20577"/>
          <ac:spMkLst>
            <pc:docMk/>
            <pc:sldMk cId="1828381613" sldId="2076137462"/>
            <ac:spMk id="65" creationId="{403E1758-C9B9-6E94-7F63-71F433AFDCD8}"/>
          </ac:spMkLst>
        </pc:spChg>
        <pc:spChg chg="add mod">
          <ac:chgData name="Yogi Lingam" userId="28b14f78-e56c-4553-a426-4e8a4543d9eb" providerId="ADAL" clId="{7AEB1AC0-2658-41DC-8AC4-1D0D73760458}" dt="2025-10-20T23:08:02.033" v="849" actId="20577"/>
          <ac:spMkLst>
            <pc:docMk/>
            <pc:sldMk cId="1828381613" sldId="2076137462"/>
            <ac:spMk id="68" creationId="{1D17003F-1A8B-EB53-C7E5-4E9175AA6C29}"/>
          </ac:spMkLst>
        </pc:spChg>
        <pc:spChg chg="mod">
          <ac:chgData name="Yogi Lingam" userId="28b14f78-e56c-4553-a426-4e8a4543d9eb" providerId="ADAL" clId="{7AEB1AC0-2658-41DC-8AC4-1D0D73760458}" dt="2025-10-20T23:56:49.050" v="1352" actId="20577"/>
          <ac:spMkLst>
            <pc:docMk/>
            <pc:sldMk cId="1828381613" sldId="2076137462"/>
            <ac:spMk id="75" creationId="{3FD46DBA-176B-3C86-4EA5-F8814C1A896E}"/>
          </ac:spMkLst>
        </pc:spChg>
        <pc:spChg chg="mod">
          <ac:chgData name="Yogi Lingam" userId="28b14f78-e56c-4553-a426-4e8a4543d9eb" providerId="ADAL" clId="{7AEB1AC0-2658-41DC-8AC4-1D0D73760458}" dt="2025-10-20T23:42:23.453" v="878" actId="165"/>
          <ac:spMkLst>
            <pc:docMk/>
            <pc:sldMk cId="1828381613" sldId="2076137462"/>
            <ac:spMk id="79" creationId="{ADC8C909-0728-0EF8-2C91-94B804FA7A3A}"/>
          </ac:spMkLst>
        </pc:spChg>
        <pc:spChg chg="mod">
          <ac:chgData name="Yogi Lingam" userId="28b14f78-e56c-4553-a426-4e8a4543d9eb" providerId="ADAL" clId="{7AEB1AC0-2658-41DC-8AC4-1D0D73760458}" dt="2025-10-20T23:56:53.398" v="1362" actId="20577"/>
          <ac:spMkLst>
            <pc:docMk/>
            <pc:sldMk cId="1828381613" sldId="2076137462"/>
            <ac:spMk id="80" creationId="{A65F557C-A444-6CD9-AE11-F8D3AFEBFBCB}"/>
          </ac:spMkLst>
        </pc:spChg>
        <pc:spChg chg="add mod">
          <ac:chgData name="Yogi Lingam" userId="28b14f78-e56c-4553-a426-4e8a4543d9eb" providerId="ADAL" clId="{7AEB1AC0-2658-41DC-8AC4-1D0D73760458}" dt="2025-10-20T23:54:17.948" v="1296" actId="1036"/>
          <ac:spMkLst>
            <pc:docMk/>
            <pc:sldMk cId="1828381613" sldId="2076137462"/>
            <ac:spMk id="81" creationId="{D354BDB2-5FB6-C6A0-DD12-EA64CC7DB426}"/>
          </ac:spMkLst>
        </pc:spChg>
        <pc:spChg chg="add mod ord">
          <ac:chgData name="Yogi Lingam" userId="28b14f78-e56c-4553-a426-4e8a4543d9eb" providerId="ADAL" clId="{7AEB1AC0-2658-41DC-8AC4-1D0D73760458}" dt="2025-10-20T23:54:09.758" v="1292" actId="14100"/>
          <ac:spMkLst>
            <pc:docMk/>
            <pc:sldMk cId="1828381613" sldId="2076137462"/>
            <ac:spMk id="82" creationId="{52D36532-4CF0-1101-5A70-4EB21EEEED97}"/>
          </ac:spMkLst>
        </pc:spChg>
        <pc:spChg chg="add mod">
          <ac:chgData name="Yogi Lingam" userId="28b14f78-e56c-4553-a426-4e8a4543d9eb" providerId="ADAL" clId="{7AEB1AC0-2658-41DC-8AC4-1D0D73760458}" dt="2025-10-20T22:57:30.291" v="688" actId="1036"/>
          <ac:spMkLst>
            <pc:docMk/>
            <pc:sldMk cId="1828381613" sldId="2076137462"/>
            <ac:spMk id="83" creationId="{00111483-41DB-82A7-A8C8-897F3AE7B0D8}"/>
          </ac:spMkLst>
        </pc:spChg>
        <pc:spChg chg="add mod">
          <ac:chgData name="Yogi Lingam" userId="28b14f78-e56c-4553-a426-4e8a4543d9eb" providerId="ADAL" clId="{7AEB1AC0-2658-41DC-8AC4-1D0D73760458}" dt="2025-10-21T00:01:46.815" v="1636" actId="113"/>
          <ac:spMkLst>
            <pc:docMk/>
            <pc:sldMk cId="1828381613" sldId="2076137462"/>
            <ac:spMk id="85" creationId="{5C98B978-53D4-F818-E41D-603E3595847B}"/>
          </ac:spMkLst>
        </pc:spChg>
        <pc:spChg chg="add mod">
          <ac:chgData name="Yogi Lingam" userId="28b14f78-e56c-4553-a426-4e8a4543d9eb" providerId="ADAL" clId="{7AEB1AC0-2658-41DC-8AC4-1D0D73760458}" dt="2025-10-20T23:54:22.744" v="1308" actId="1036"/>
          <ac:spMkLst>
            <pc:docMk/>
            <pc:sldMk cId="1828381613" sldId="2076137462"/>
            <ac:spMk id="86" creationId="{D1E717FA-D8DD-99BA-1B12-37CB42D28444}"/>
          </ac:spMkLst>
        </pc:spChg>
        <pc:spChg chg="add mod">
          <ac:chgData name="Yogi Lingam" userId="28b14f78-e56c-4553-a426-4e8a4543d9eb" providerId="ADAL" clId="{7AEB1AC0-2658-41DC-8AC4-1D0D73760458}" dt="2025-10-21T00:01:46.815" v="1636" actId="113"/>
          <ac:spMkLst>
            <pc:docMk/>
            <pc:sldMk cId="1828381613" sldId="2076137462"/>
            <ac:spMk id="87" creationId="{39CDC63F-EBE5-E1AF-4B01-04C6186EADA9}"/>
          </ac:spMkLst>
        </pc:spChg>
        <pc:spChg chg="add mod">
          <ac:chgData name="Yogi Lingam" userId="28b14f78-e56c-4553-a426-4e8a4543d9eb" providerId="ADAL" clId="{7AEB1AC0-2658-41DC-8AC4-1D0D73760458}" dt="2025-10-20T23:46:53.925" v="984" actId="20577"/>
          <ac:spMkLst>
            <pc:docMk/>
            <pc:sldMk cId="1828381613" sldId="2076137462"/>
            <ac:spMk id="89" creationId="{ED68504D-E697-755D-BA4D-06CD6687565A}"/>
          </ac:spMkLst>
        </pc:spChg>
        <pc:spChg chg="add mod">
          <ac:chgData name="Yogi Lingam" userId="28b14f78-e56c-4553-a426-4e8a4543d9eb" providerId="ADAL" clId="{7AEB1AC0-2658-41DC-8AC4-1D0D73760458}" dt="2025-10-21T00:02:00.385" v="1638" actId="14100"/>
          <ac:spMkLst>
            <pc:docMk/>
            <pc:sldMk cId="1828381613" sldId="2076137462"/>
            <ac:spMk id="90" creationId="{615AEC31-E0E3-6A98-73F0-89133CD14747}"/>
          </ac:spMkLst>
        </pc:spChg>
        <pc:spChg chg="add mod">
          <ac:chgData name="Yogi Lingam" userId="28b14f78-e56c-4553-a426-4e8a4543d9eb" providerId="ADAL" clId="{7AEB1AC0-2658-41DC-8AC4-1D0D73760458}" dt="2025-10-21T00:01:46.815" v="1636" actId="113"/>
          <ac:spMkLst>
            <pc:docMk/>
            <pc:sldMk cId="1828381613" sldId="2076137462"/>
            <ac:spMk id="91" creationId="{5B38BF02-6040-799D-ABA3-2BA0962EF5AA}"/>
          </ac:spMkLst>
        </pc:spChg>
        <pc:spChg chg="add mod">
          <ac:chgData name="Yogi Lingam" userId="28b14f78-e56c-4553-a426-4e8a4543d9eb" providerId="ADAL" clId="{7AEB1AC0-2658-41DC-8AC4-1D0D73760458}" dt="2025-10-21T00:01:54.804" v="1637" actId="113"/>
          <ac:spMkLst>
            <pc:docMk/>
            <pc:sldMk cId="1828381613" sldId="2076137462"/>
            <ac:spMk id="92" creationId="{811B77F8-57DA-1AE3-AAA9-6F41A8BEA78F}"/>
          </ac:spMkLst>
        </pc:spChg>
        <pc:spChg chg="add mod">
          <ac:chgData name="Yogi Lingam" userId="28b14f78-e56c-4553-a426-4e8a4543d9eb" providerId="ADAL" clId="{7AEB1AC0-2658-41DC-8AC4-1D0D73760458}" dt="2025-10-20T23:52:43.048" v="1275" actId="20577"/>
          <ac:spMkLst>
            <pc:docMk/>
            <pc:sldMk cId="1828381613" sldId="2076137462"/>
            <ac:spMk id="93" creationId="{D1E083A0-0AB2-3208-4BB0-A1321B6CC327}"/>
          </ac:spMkLst>
        </pc:spChg>
        <pc:spChg chg="add mod ord">
          <ac:chgData name="Yogi Lingam" userId="28b14f78-e56c-4553-a426-4e8a4543d9eb" providerId="ADAL" clId="{7AEB1AC0-2658-41DC-8AC4-1D0D73760458}" dt="2025-10-20T23:55:17.245" v="1317" actId="14100"/>
          <ac:spMkLst>
            <pc:docMk/>
            <pc:sldMk cId="1828381613" sldId="2076137462"/>
            <ac:spMk id="94" creationId="{5BD9D4CC-49C7-061D-F47B-6517C95D7B3F}"/>
          </ac:spMkLst>
        </pc:spChg>
        <pc:spChg chg="add mod">
          <ac:chgData name="Yogi Lingam" userId="28b14f78-e56c-4553-a426-4e8a4543d9eb" providerId="ADAL" clId="{7AEB1AC0-2658-41DC-8AC4-1D0D73760458}" dt="2025-10-21T00:02:04.525" v="1639" actId="14100"/>
          <ac:spMkLst>
            <pc:docMk/>
            <pc:sldMk cId="1828381613" sldId="2076137462"/>
            <ac:spMk id="95" creationId="{28F78543-80FF-0A56-B3ED-C170A1021094}"/>
          </ac:spMkLst>
        </pc:spChg>
        <pc:spChg chg="add mod">
          <ac:chgData name="Yogi Lingam" userId="28b14f78-e56c-4553-a426-4e8a4543d9eb" providerId="ADAL" clId="{7AEB1AC0-2658-41DC-8AC4-1D0D73760458}" dt="2025-10-21T00:01:46.815" v="1636" actId="113"/>
          <ac:spMkLst>
            <pc:docMk/>
            <pc:sldMk cId="1828381613" sldId="2076137462"/>
            <ac:spMk id="96" creationId="{68BEC38B-815B-5586-BA99-C6F0B5E14B38}"/>
          </ac:spMkLst>
        </pc:spChg>
        <pc:spChg chg="add mod">
          <ac:chgData name="Yogi Lingam" userId="28b14f78-e56c-4553-a426-4e8a4543d9eb" providerId="ADAL" clId="{7AEB1AC0-2658-41DC-8AC4-1D0D73760458}" dt="2025-10-20T23:56:04.289" v="1321" actId="14100"/>
          <ac:spMkLst>
            <pc:docMk/>
            <pc:sldMk cId="1828381613" sldId="2076137462"/>
            <ac:spMk id="97" creationId="{68FA3283-0C29-C3B7-B70A-BD0E3C7C2151}"/>
          </ac:spMkLst>
        </pc:spChg>
        <pc:spChg chg="add mod">
          <ac:chgData name="Yogi Lingam" userId="28b14f78-e56c-4553-a426-4e8a4543d9eb" providerId="ADAL" clId="{7AEB1AC0-2658-41DC-8AC4-1D0D73760458}" dt="2025-10-21T00:01:46.815" v="1636" actId="113"/>
          <ac:spMkLst>
            <pc:docMk/>
            <pc:sldMk cId="1828381613" sldId="2076137462"/>
            <ac:spMk id="98" creationId="{A7F28B09-B616-A1D9-1668-E7CEA93C6396}"/>
          </ac:spMkLst>
        </pc:spChg>
        <pc:spChg chg="add mod">
          <ac:chgData name="Yogi Lingam" userId="28b14f78-e56c-4553-a426-4e8a4543d9eb" providerId="ADAL" clId="{7AEB1AC0-2658-41DC-8AC4-1D0D73760458}" dt="2025-10-21T00:01:46.815" v="1636" actId="113"/>
          <ac:spMkLst>
            <pc:docMk/>
            <pc:sldMk cId="1828381613" sldId="2076137462"/>
            <ac:spMk id="99" creationId="{23FD4B0C-64FE-B443-7E5E-FFF0149C9367}"/>
          </ac:spMkLst>
        </pc:spChg>
        <pc:spChg chg="add mod">
          <ac:chgData name="Yogi Lingam" userId="28b14f78-e56c-4553-a426-4e8a4543d9eb" providerId="ADAL" clId="{7AEB1AC0-2658-41DC-8AC4-1D0D73760458}" dt="2025-10-21T00:01:02.850" v="1632" actId="1076"/>
          <ac:spMkLst>
            <pc:docMk/>
            <pc:sldMk cId="1828381613" sldId="2076137462"/>
            <ac:spMk id="100" creationId="{7CF733E6-8D10-A0FB-9BEA-696BB39FB371}"/>
          </ac:spMkLst>
        </pc:spChg>
        <pc:spChg chg="add mod">
          <ac:chgData name="Yogi Lingam" userId="28b14f78-e56c-4553-a426-4e8a4543d9eb" providerId="ADAL" clId="{7AEB1AC0-2658-41DC-8AC4-1D0D73760458}" dt="2025-10-21T00:01:46.815" v="1636" actId="113"/>
          <ac:spMkLst>
            <pc:docMk/>
            <pc:sldMk cId="1828381613" sldId="2076137462"/>
            <ac:spMk id="101" creationId="{4DF284E4-F082-5105-B70A-50ECCE08EB67}"/>
          </ac:spMkLst>
        </pc:spChg>
        <pc:spChg chg="add mod">
          <ac:chgData name="Yogi Lingam" userId="28b14f78-e56c-4553-a426-4e8a4543d9eb" providerId="ADAL" clId="{7AEB1AC0-2658-41DC-8AC4-1D0D73760458}" dt="2025-10-21T00:02:25.117" v="1641" actId="1076"/>
          <ac:spMkLst>
            <pc:docMk/>
            <pc:sldMk cId="1828381613" sldId="2076137462"/>
            <ac:spMk id="102" creationId="{6CC8BA11-8B63-F250-313C-914EB7E5AFDD}"/>
          </ac:spMkLst>
        </pc:spChg>
        <pc:picChg chg="add mod">
          <ac:chgData name="Yogi Lingam" userId="28b14f78-e56c-4553-a426-4e8a4543d9eb" providerId="ADAL" clId="{7AEB1AC0-2658-41DC-8AC4-1D0D73760458}" dt="2025-10-20T22:57:30.291" v="688" actId="1036"/>
          <ac:picMkLst>
            <pc:docMk/>
            <pc:sldMk cId="1828381613" sldId="2076137462"/>
            <ac:picMk id="17" creationId="{88056C5A-D81F-C6D9-2BD4-98794B598CB4}"/>
          </ac:picMkLst>
        </pc:picChg>
        <pc:picChg chg="add mod">
          <ac:chgData name="Yogi Lingam" userId="28b14f78-e56c-4553-a426-4e8a4543d9eb" providerId="ADAL" clId="{7AEB1AC0-2658-41DC-8AC4-1D0D73760458}" dt="2025-10-20T22:57:30.291" v="688" actId="1036"/>
          <ac:picMkLst>
            <pc:docMk/>
            <pc:sldMk cId="1828381613" sldId="2076137462"/>
            <ac:picMk id="35" creationId="{9CA437BE-3228-ED5B-F985-EF6A08672049}"/>
          </ac:picMkLst>
        </pc:picChg>
        <pc:picChg chg="mod topLvl">
          <ac:chgData name="Yogi Lingam" userId="28b14f78-e56c-4553-a426-4e8a4543d9eb" providerId="ADAL" clId="{7AEB1AC0-2658-41DC-8AC4-1D0D73760458}" dt="2025-10-20T23:43:08.427" v="899" actId="1036"/>
          <ac:picMkLst>
            <pc:docMk/>
            <pc:sldMk cId="1828381613" sldId="2076137462"/>
            <ac:picMk id="38" creationId="{B1995D24-6DC4-907F-3254-5AA0963B4274}"/>
          </ac:picMkLst>
        </pc:picChg>
        <pc:picChg chg="mod">
          <ac:chgData name="Yogi Lingam" userId="28b14f78-e56c-4553-a426-4e8a4543d9eb" providerId="ADAL" clId="{7AEB1AC0-2658-41DC-8AC4-1D0D73760458}" dt="2025-10-20T23:42:52.846" v="880" actId="12789"/>
          <ac:picMkLst>
            <pc:docMk/>
            <pc:sldMk cId="1828381613" sldId="2076137462"/>
            <ac:picMk id="43" creationId="{5665B07B-B033-FE48-CE73-3AD7D4EC404A}"/>
          </ac:picMkLst>
        </pc:picChg>
        <pc:picChg chg="mod">
          <ac:chgData name="Yogi Lingam" userId="28b14f78-e56c-4553-a426-4e8a4543d9eb" providerId="ADAL" clId="{7AEB1AC0-2658-41DC-8AC4-1D0D73760458}" dt="2025-10-20T23:42:52.846" v="880" actId="12789"/>
          <ac:picMkLst>
            <pc:docMk/>
            <pc:sldMk cId="1828381613" sldId="2076137462"/>
            <ac:picMk id="48" creationId="{BFE11C06-1A99-E924-77DD-2F6E5BA9FA2A}"/>
          </ac:picMkLst>
        </pc:picChg>
        <pc:picChg chg="mod">
          <ac:chgData name="Yogi Lingam" userId="28b14f78-e56c-4553-a426-4e8a4543d9eb" providerId="ADAL" clId="{7AEB1AC0-2658-41DC-8AC4-1D0D73760458}" dt="2025-10-20T23:42:52.846" v="880" actId="12789"/>
          <ac:picMkLst>
            <pc:docMk/>
            <pc:sldMk cId="1828381613" sldId="2076137462"/>
            <ac:picMk id="53" creationId="{03E6743A-0662-043E-A5EA-4DDC8A4FF7EF}"/>
          </ac:picMkLst>
        </pc:picChg>
        <pc:picChg chg="mod">
          <ac:chgData name="Yogi Lingam" userId="28b14f78-e56c-4553-a426-4e8a4543d9eb" providerId="ADAL" clId="{7AEB1AC0-2658-41DC-8AC4-1D0D73760458}" dt="2025-10-20T23:42:52.846" v="880" actId="12789"/>
          <ac:picMkLst>
            <pc:docMk/>
            <pc:sldMk cId="1828381613" sldId="2076137462"/>
            <ac:picMk id="58" creationId="{D8228BCD-A0FB-6F2D-5820-7CD5CE98F2C0}"/>
          </ac:picMkLst>
        </pc:picChg>
        <pc:picChg chg="mod">
          <ac:chgData name="Yogi Lingam" userId="28b14f78-e56c-4553-a426-4e8a4543d9eb" providerId="ADAL" clId="{7AEB1AC0-2658-41DC-8AC4-1D0D73760458}" dt="2025-10-20T23:42:52.846" v="880" actId="12789"/>
          <ac:picMkLst>
            <pc:docMk/>
            <pc:sldMk cId="1828381613" sldId="2076137462"/>
            <ac:picMk id="63" creationId="{55B0CBE0-19D3-DFF6-F21B-02048471390E}"/>
          </ac:picMkLst>
        </pc:picChg>
        <pc:picChg chg="add mod">
          <ac:chgData name="Yogi Lingam" userId="28b14f78-e56c-4553-a426-4e8a4543d9eb" providerId="ADAL" clId="{7AEB1AC0-2658-41DC-8AC4-1D0D73760458}" dt="2025-10-20T22:57:53.084" v="716" actId="1035"/>
          <ac:picMkLst>
            <pc:docMk/>
            <pc:sldMk cId="1828381613" sldId="2076137462"/>
            <ac:picMk id="67" creationId="{4DFD6936-5776-7334-3AC6-A9E6E23568AB}"/>
          </ac:picMkLst>
        </pc:picChg>
        <pc:picChg chg="add mod">
          <ac:chgData name="Yogi Lingam" userId="28b14f78-e56c-4553-a426-4e8a4543d9eb" providerId="ADAL" clId="{7AEB1AC0-2658-41DC-8AC4-1D0D73760458}" dt="2025-10-20T23:54:17.948" v="1296" actId="1036"/>
          <ac:picMkLst>
            <pc:docMk/>
            <pc:sldMk cId="1828381613" sldId="2076137462"/>
            <ac:picMk id="70" creationId="{EC55A800-D94C-0012-C6F9-20C6373E02A5}"/>
          </ac:picMkLst>
        </pc:picChg>
        <pc:picChg chg="mod">
          <ac:chgData name="Yogi Lingam" userId="28b14f78-e56c-4553-a426-4e8a4543d9eb" providerId="ADAL" clId="{7AEB1AC0-2658-41DC-8AC4-1D0D73760458}" dt="2025-10-20T23:42:52.846" v="880" actId="12789"/>
          <ac:picMkLst>
            <pc:docMk/>
            <pc:sldMk cId="1828381613" sldId="2076137462"/>
            <ac:picMk id="73" creationId="{C3C1AF4D-A3C0-C549-5716-42937AD9414F}"/>
          </ac:picMkLst>
        </pc:picChg>
        <pc:picChg chg="mod">
          <ac:chgData name="Yogi Lingam" userId="28b14f78-e56c-4553-a426-4e8a4543d9eb" providerId="ADAL" clId="{7AEB1AC0-2658-41DC-8AC4-1D0D73760458}" dt="2025-10-20T23:42:52.846" v="880" actId="12789"/>
          <ac:picMkLst>
            <pc:docMk/>
            <pc:sldMk cId="1828381613" sldId="2076137462"/>
            <ac:picMk id="78" creationId="{F33112B6-DB9D-CD31-A456-F95A788DD28E}"/>
          </ac:picMkLst>
        </pc:picChg>
      </pc:sldChg>
      <pc:sldMasterChg chg="delSldLayout">
        <pc:chgData name="Yogi Lingam" userId="28b14f78-e56c-4553-a426-4e8a4543d9eb" providerId="ADAL" clId="{7AEB1AC0-2658-41DC-8AC4-1D0D73760458}" dt="2025-10-20T22:37:02.087" v="16" actId="47"/>
        <pc:sldMasterMkLst>
          <pc:docMk/>
          <pc:sldMasterMk cId="1750014517" sldId="2147483671"/>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B7FFDE27-80D4-48B1-982F-604FC8E35937}" type="datetimeFigureOut">
              <a:rPr lang="en-AU" smtClean="0"/>
              <a:t>21/10/2025</a:t>
            </a:fld>
            <a:endParaRPr lang="en-AU"/>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62BAA301-1078-400B-B37D-E4D5ADDB21BA}" type="slidenum">
              <a:rPr lang="en-AU" smtClean="0"/>
              <a:t>‹#›</a:t>
            </a:fld>
            <a:endParaRPr lang="en-AU"/>
          </a:p>
        </p:txBody>
      </p:sp>
    </p:spTree>
    <p:extLst>
      <p:ext uri="{BB962C8B-B14F-4D97-AF65-F5344CB8AC3E}">
        <p14:creationId xmlns:p14="http://schemas.microsoft.com/office/powerpoint/2010/main" val="10508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FA53E3-A3BC-744F-93C1-8F2007A7A5B3}" type="slidenum">
              <a:rPr lang="en-US" smtClean="0"/>
              <a:t>1</a:t>
            </a:fld>
            <a:endParaRPr lang="en-US"/>
          </a:p>
        </p:txBody>
      </p:sp>
    </p:spTree>
    <p:extLst>
      <p:ext uri="{BB962C8B-B14F-4D97-AF65-F5344CB8AC3E}">
        <p14:creationId xmlns:p14="http://schemas.microsoft.com/office/powerpoint/2010/main" val="25472344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ubsection">
    <p:spTree>
      <p:nvGrpSpPr>
        <p:cNvPr id="1" name=""/>
        <p:cNvGrpSpPr/>
        <p:nvPr/>
      </p:nvGrpSpPr>
      <p:grpSpPr>
        <a:xfrm>
          <a:off x="0" y="0"/>
          <a:ext cx="0" cy="0"/>
          <a:chOff x="0" y="0"/>
          <a:chExt cx="0" cy="0"/>
        </a:xfrm>
      </p:grpSpPr>
      <p:pic>
        <p:nvPicPr>
          <p:cNvPr id="4" name="Picture 3" descr="Background pattern&#10;&#10;Description automatically generated with medium confidence">
            <a:extLst>
              <a:ext uri="{FF2B5EF4-FFF2-40B4-BE49-F238E27FC236}">
                <a16:creationId xmlns:a16="http://schemas.microsoft.com/office/drawing/2014/main" id="{B4B80BB8-3AAB-4708-9C67-E901BB54D7F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8" name="Title 17">
            <a:extLst>
              <a:ext uri="{FF2B5EF4-FFF2-40B4-BE49-F238E27FC236}">
                <a16:creationId xmlns:a16="http://schemas.microsoft.com/office/drawing/2014/main" id="{B7E91496-5AE4-5F48-9D44-1301CAF0837B}"/>
              </a:ext>
            </a:extLst>
          </p:cNvPr>
          <p:cNvSpPr>
            <a:spLocks noGrp="1"/>
          </p:cNvSpPr>
          <p:nvPr>
            <p:ph type="title" hasCustomPrompt="1"/>
          </p:nvPr>
        </p:nvSpPr>
        <p:spPr>
          <a:xfrm>
            <a:off x="720000" y="2936557"/>
            <a:ext cx="4904975" cy="861774"/>
          </a:xfrm>
          <a:prstGeom prst="rect">
            <a:avLst/>
          </a:prstGeom>
        </p:spPr>
        <p:txBody>
          <a:bodyPr lIns="0" tIns="0" rIns="0" bIns="0"/>
          <a:lstStyle>
            <a:lvl1pPr>
              <a:lnSpc>
                <a:spcPct val="100000"/>
              </a:lnSpc>
              <a:defRPr sz="2800" b="1">
                <a:solidFill>
                  <a:schemeClr val="bg1"/>
                </a:solidFill>
                <a:latin typeface="Museo Sans 700" panose="02000000000000000000" pitchFamily="50" charset="0"/>
                <a:ea typeface="Gadugi" panose="020B0502040204020203" pitchFamily="34" charset="0"/>
                <a:cs typeface="Arial" panose="020B0604020202020204" pitchFamily="34" charset="0"/>
              </a:defRPr>
            </a:lvl1pPr>
          </a:lstStyle>
          <a:p>
            <a:r>
              <a:rPr lang="en-GB"/>
              <a:t>Click to edit</a:t>
            </a:r>
            <a:br>
              <a:rPr lang="en-GB"/>
            </a:br>
            <a:r>
              <a:rPr lang="en-GB"/>
              <a:t>Master title style</a:t>
            </a:r>
            <a:endParaRPr lang="en-US"/>
          </a:p>
        </p:txBody>
      </p:sp>
      <p:sp>
        <p:nvSpPr>
          <p:cNvPr id="13" name="TextBox 12">
            <a:extLst>
              <a:ext uri="{FF2B5EF4-FFF2-40B4-BE49-F238E27FC236}">
                <a16:creationId xmlns:a16="http://schemas.microsoft.com/office/drawing/2014/main" id="{C709DDEF-EDB1-E843-BE0B-8FA7557E2A99}"/>
              </a:ext>
            </a:extLst>
          </p:cNvPr>
          <p:cNvSpPr txBox="1"/>
          <p:nvPr userDrawn="1"/>
        </p:nvSpPr>
        <p:spPr>
          <a:xfrm>
            <a:off x="3944770" y="-698739"/>
            <a:ext cx="4280018" cy="276999"/>
          </a:xfrm>
          <a:prstGeom prst="rect">
            <a:avLst/>
          </a:prstGeom>
          <a:noFill/>
        </p:spPr>
        <p:txBody>
          <a:bodyPr wrap="none" lIns="0" tIns="0" rIns="0" bIns="0" rtlCol="0">
            <a:spAutoFit/>
          </a:bodyPr>
          <a:lstStyle/>
          <a:p>
            <a:r>
              <a:rPr lang="en-US">
                <a:solidFill>
                  <a:schemeClr val="bg1"/>
                </a:solidFill>
                <a:latin typeface="Regola Pro" panose="02000000000000000000" pitchFamily="2" charset="77"/>
              </a:rPr>
              <a:t>Graphic elements on slide for editability</a:t>
            </a:r>
          </a:p>
        </p:txBody>
      </p:sp>
    </p:spTree>
    <p:extLst>
      <p:ext uri="{BB962C8B-B14F-4D97-AF65-F5344CB8AC3E}">
        <p14:creationId xmlns:p14="http://schemas.microsoft.com/office/powerpoint/2010/main" val="25111943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709DDEF-EDB1-E843-BE0B-8FA7557E2A99}"/>
              </a:ext>
            </a:extLst>
          </p:cNvPr>
          <p:cNvSpPr txBox="1"/>
          <p:nvPr userDrawn="1"/>
        </p:nvSpPr>
        <p:spPr>
          <a:xfrm>
            <a:off x="3944770" y="-698739"/>
            <a:ext cx="4280018" cy="276999"/>
          </a:xfrm>
          <a:prstGeom prst="rect">
            <a:avLst/>
          </a:prstGeom>
          <a:noFill/>
        </p:spPr>
        <p:txBody>
          <a:bodyPr wrap="none" lIns="0" tIns="0" rIns="0" bIns="0" rtlCol="0">
            <a:spAutoFit/>
          </a:bodyPr>
          <a:lstStyle/>
          <a:p>
            <a:r>
              <a:rPr lang="en-US">
                <a:solidFill>
                  <a:schemeClr val="bg1"/>
                </a:solidFill>
                <a:latin typeface="Regola Pro" panose="02000000000000000000" pitchFamily="2" charset="77"/>
              </a:rPr>
              <a:t>Graphic elements on slide for editability</a:t>
            </a:r>
          </a:p>
        </p:txBody>
      </p:sp>
      <p:pic>
        <p:nvPicPr>
          <p:cNvPr id="7" name="Picture 6">
            <a:extLst>
              <a:ext uri="{FF2B5EF4-FFF2-40B4-BE49-F238E27FC236}">
                <a16:creationId xmlns:a16="http://schemas.microsoft.com/office/drawing/2014/main" id="{9A7E48F8-CD11-41D1-8AC4-43269F74014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5398"/>
            <a:ext cx="12192000" cy="6860031"/>
          </a:xfrm>
          <a:prstGeom prst="rect">
            <a:avLst/>
          </a:prstGeom>
        </p:spPr>
      </p:pic>
      <p:pic>
        <p:nvPicPr>
          <p:cNvPr id="8" name="Picture 7" descr="Logo&#10;&#10;Description automatically generated">
            <a:extLst>
              <a:ext uri="{FF2B5EF4-FFF2-40B4-BE49-F238E27FC236}">
                <a16:creationId xmlns:a16="http://schemas.microsoft.com/office/drawing/2014/main" id="{D7E634FC-DCAE-420F-8D14-9F53C2B17A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94854" y="6055112"/>
            <a:ext cx="737736" cy="463824"/>
          </a:xfrm>
          <a:prstGeom prst="rect">
            <a:avLst/>
          </a:prstGeom>
        </p:spPr>
      </p:pic>
      <p:sp>
        <p:nvSpPr>
          <p:cNvPr id="9" name="Text Placeholder 5">
            <a:extLst>
              <a:ext uri="{FF2B5EF4-FFF2-40B4-BE49-F238E27FC236}">
                <a16:creationId xmlns:a16="http://schemas.microsoft.com/office/drawing/2014/main" id="{2F59CE49-6F81-40DE-8E5D-5BFEBD3B2DC1}"/>
              </a:ext>
            </a:extLst>
          </p:cNvPr>
          <p:cNvSpPr>
            <a:spLocks noGrp="1"/>
          </p:cNvSpPr>
          <p:nvPr>
            <p:ph type="body" sz="quarter" idx="10"/>
          </p:nvPr>
        </p:nvSpPr>
        <p:spPr>
          <a:xfrm>
            <a:off x="897533" y="1747043"/>
            <a:ext cx="4961819" cy="3963987"/>
          </a:xfrm>
          <a:prstGeom prst="rect">
            <a:avLst/>
          </a:prstGeom>
        </p:spPr>
        <p:txBody>
          <a:bodyPr/>
          <a:lstStyle>
            <a:lvl1pPr>
              <a:defRPr sz="1400">
                <a:latin typeface="Gadugi" panose="020B0502040204020203" pitchFamily="34" charset="0"/>
                <a:ea typeface="Gadugi" panose="020B0502040204020203" pitchFamily="34" charset="0"/>
              </a:defRPr>
            </a:lvl1pPr>
            <a:lvl2pPr>
              <a:defRPr sz="1400">
                <a:latin typeface="Gadugi" panose="020B0502040204020203" pitchFamily="34" charset="0"/>
                <a:ea typeface="Gadugi" panose="020B0502040204020203" pitchFamily="34" charset="0"/>
              </a:defRPr>
            </a:lvl2pPr>
            <a:lvl3pPr>
              <a:defRPr sz="1400">
                <a:latin typeface="Gadugi" panose="020B0502040204020203" pitchFamily="34" charset="0"/>
                <a:ea typeface="Gadugi" panose="020B0502040204020203" pitchFamily="34" charset="0"/>
              </a:defRPr>
            </a:lvl3pPr>
            <a:lvl4pPr>
              <a:defRPr sz="1400">
                <a:latin typeface="Gadugi" panose="020B0502040204020203" pitchFamily="34" charset="0"/>
                <a:ea typeface="Gadugi" panose="020B0502040204020203" pitchFamily="34" charset="0"/>
              </a:defRPr>
            </a:lvl4pPr>
            <a:lvl5pPr>
              <a:defRPr sz="1400">
                <a:latin typeface="Gadugi" panose="020B0502040204020203" pitchFamily="34" charset="0"/>
                <a:ea typeface="Gadug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CEFF2908-C746-4EE7-9B75-2C1DDBA2665B}"/>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tx2"/>
                </a:solidFill>
                <a:latin typeface="Gadugi" panose="020B0502040204020203" pitchFamily="34" charset="0"/>
                <a:ea typeface="Gadugi" panose="020B0502040204020203" pitchFamily="34" charset="0"/>
              </a:rPr>
              <a:t>‹#›</a:t>
            </a:fld>
            <a:r>
              <a:rPr lang="en-US" sz="800">
                <a:solidFill>
                  <a:schemeClr val="tx2"/>
                </a:solidFill>
                <a:latin typeface="Gadugi" panose="020B0502040204020203" pitchFamily="34" charset="0"/>
                <a:ea typeface="Gadugi" panose="020B0502040204020203" pitchFamily="34" charset="0"/>
              </a:rPr>
              <a:t>  |</a:t>
            </a:r>
          </a:p>
        </p:txBody>
      </p:sp>
      <p:sp>
        <p:nvSpPr>
          <p:cNvPr id="11" name="Text Placeholder 17">
            <a:extLst>
              <a:ext uri="{FF2B5EF4-FFF2-40B4-BE49-F238E27FC236}">
                <a16:creationId xmlns:a16="http://schemas.microsoft.com/office/drawing/2014/main" id="{CBAF1585-46C9-4D0C-B228-752D6B90A89E}"/>
              </a:ext>
            </a:extLst>
          </p:cNvPr>
          <p:cNvSpPr>
            <a:spLocks noGrp="1"/>
          </p:cNvSpPr>
          <p:nvPr>
            <p:ph type="body" sz="quarter" idx="11" hasCustomPrompt="1"/>
          </p:nvPr>
        </p:nvSpPr>
        <p:spPr>
          <a:xfrm>
            <a:off x="990000" y="247156"/>
            <a:ext cx="4605337" cy="284162"/>
          </a:xfrm>
          <a:prstGeom prst="rect">
            <a:avLst/>
          </a:prstGeom>
        </p:spPr>
        <p:txBody>
          <a:bodyPr anchor="b"/>
          <a:lstStyle>
            <a:lvl1pPr>
              <a:buNone/>
              <a:defRPr sz="800">
                <a:solidFill>
                  <a:schemeClr val="tx2"/>
                </a:solidFill>
                <a:latin typeface="Gadugi" panose="020B0502040204020203" pitchFamily="34" charset="0"/>
                <a:ea typeface="Gadugi" panose="020B0502040204020203" pitchFamily="34" charset="0"/>
              </a:defRPr>
            </a:lvl1pPr>
            <a:lvl2pPr>
              <a:buNone/>
              <a:defRPr sz="800">
                <a:latin typeface="Regola Pro" panose="02000000000000000000" pitchFamily="2" charset="77"/>
              </a:defRPr>
            </a:lvl2pPr>
            <a:lvl3pPr>
              <a:buNone/>
              <a:defRPr sz="800">
                <a:latin typeface="Regola Pro" panose="02000000000000000000" pitchFamily="2" charset="77"/>
              </a:defRPr>
            </a:lvl3pPr>
            <a:lvl4pPr>
              <a:buNone/>
              <a:defRPr sz="800">
                <a:latin typeface="Regola Pro" panose="02000000000000000000" pitchFamily="2" charset="77"/>
              </a:defRPr>
            </a:lvl4pPr>
            <a:lvl5pPr>
              <a:buNone/>
              <a:defRPr sz="800">
                <a:latin typeface="Regola Pro" panose="02000000000000000000" pitchFamily="2" charset="77"/>
              </a:defRPr>
            </a:lvl5pPr>
          </a:lstStyle>
          <a:p>
            <a:pPr lvl="0"/>
            <a:r>
              <a:rPr lang="en-GB"/>
              <a:t>Presentation title</a:t>
            </a:r>
            <a:endParaRPr lang="en-US"/>
          </a:p>
        </p:txBody>
      </p:sp>
      <p:sp>
        <p:nvSpPr>
          <p:cNvPr id="12" name="Title 1">
            <a:extLst>
              <a:ext uri="{FF2B5EF4-FFF2-40B4-BE49-F238E27FC236}">
                <a16:creationId xmlns:a16="http://schemas.microsoft.com/office/drawing/2014/main" id="{7D798463-7E8F-4485-BC21-8F646A9A1396}"/>
              </a:ext>
            </a:extLst>
          </p:cNvPr>
          <p:cNvSpPr>
            <a:spLocks noGrp="1"/>
          </p:cNvSpPr>
          <p:nvPr>
            <p:ph type="title"/>
          </p:nvPr>
        </p:nvSpPr>
        <p:spPr>
          <a:xfrm>
            <a:off x="897533" y="978482"/>
            <a:ext cx="10548859" cy="360000"/>
          </a:xfrm>
          <a:prstGeom prst="rect">
            <a:avLst/>
          </a:prstGeom>
        </p:spPr>
        <p:txBody>
          <a:bodyPr lIns="0" tIns="0" rIns="0" bIns="0" anchor="t" anchorCtr="0">
            <a:noAutofit/>
          </a:bodyPr>
          <a:lstStyle>
            <a:lvl1pPr>
              <a:defRPr sz="2800" b="1">
                <a:latin typeface="Museo Sans 700" panose="02000000000000000000" pitchFamily="50" charset="0"/>
                <a:ea typeface="Gadugi" panose="020B0502040204020203"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3749283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 Medium">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93AF2C2-093D-CF40-B17B-65DD199055F0}"/>
              </a:ext>
            </a:extLst>
          </p:cNvPr>
          <p:cNvSpPr txBox="1"/>
          <p:nvPr userDrawn="1"/>
        </p:nvSpPr>
        <p:spPr>
          <a:xfrm>
            <a:off x="3944770" y="-698739"/>
            <a:ext cx="4280018" cy="276999"/>
          </a:xfrm>
          <a:prstGeom prst="rect">
            <a:avLst/>
          </a:prstGeom>
          <a:noFill/>
        </p:spPr>
        <p:txBody>
          <a:bodyPr wrap="none" lIns="0" tIns="0" rIns="0" bIns="0" rtlCol="0">
            <a:spAutoFit/>
          </a:bodyPr>
          <a:lstStyle/>
          <a:p>
            <a:r>
              <a:rPr lang="en-US">
                <a:solidFill>
                  <a:schemeClr val="bg1"/>
                </a:solidFill>
                <a:latin typeface="Regola Pro" panose="02000000000000000000" pitchFamily="2" charset="77"/>
              </a:rPr>
              <a:t>Graphic elements on slide for editability</a:t>
            </a:r>
          </a:p>
        </p:txBody>
      </p:sp>
      <p:sp>
        <p:nvSpPr>
          <p:cNvPr id="6" name="TextBox 5">
            <a:extLst>
              <a:ext uri="{FF2B5EF4-FFF2-40B4-BE49-F238E27FC236}">
                <a16:creationId xmlns:a16="http://schemas.microsoft.com/office/drawing/2014/main" id="{602170AF-B30C-412B-7634-9A6C87285EAA}"/>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tx2"/>
                </a:solidFill>
                <a:latin typeface="Gadugi" panose="020B0502040204020203" pitchFamily="34" charset="0"/>
                <a:ea typeface="Gadugi" panose="020B0502040204020203" pitchFamily="34" charset="0"/>
              </a:rPr>
              <a:t>‹#›</a:t>
            </a:fld>
            <a:r>
              <a:rPr lang="en-US" sz="800">
                <a:solidFill>
                  <a:schemeClr val="tx2"/>
                </a:solidFill>
                <a:latin typeface="Regola Pro" panose="02000000000000000000" pitchFamily="2" charset="77"/>
              </a:rPr>
              <a:t>  |</a:t>
            </a:r>
          </a:p>
        </p:txBody>
      </p:sp>
      <p:pic>
        <p:nvPicPr>
          <p:cNvPr id="8" name="Picture 7" descr="Background pattern&#10;&#10;Description automatically generated with medium confidence">
            <a:extLst>
              <a:ext uri="{FF2B5EF4-FFF2-40B4-BE49-F238E27FC236}">
                <a16:creationId xmlns:a16="http://schemas.microsoft.com/office/drawing/2014/main" id="{C6DA6279-40B4-4B2C-8120-12ACCAF193A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 Placeholder 10">
            <a:extLst>
              <a:ext uri="{FF2B5EF4-FFF2-40B4-BE49-F238E27FC236}">
                <a16:creationId xmlns:a16="http://schemas.microsoft.com/office/drawing/2014/main" id="{04B2B5C1-136D-485A-A449-DF957F8D47F1}"/>
              </a:ext>
            </a:extLst>
          </p:cNvPr>
          <p:cNvSpPr>
            <a:spLocks noGrp="1"/>
          </p:cNvSpPr>
          <p:nvPr>
            <p:ph type="body" sz="quarter" idx="10" hasCustomPrompt="1"/>
          </p:nvPr>
        </p:nvSpPr>
        <p:spPr>
          <a:xfrm>
            <a:off x="720006" y="1738313"/>
            <a:ext cx="8011710" cy="3381375"/>
          </a:xfrm>
          <a:prstGeom prst="rect">
            <a:avLst/>
          </a:prstGeom>
        </p:spPr>
        <p:txBody>
          <a:bodyPr anchor="ctr"/>
          <a:lstStyle>
            <a:lvl1pPr marL="0" indent="0">
              <a:buNone/>
              <a:defRPr sz="2800" b="1">
                <a:solidFill>
                  <a:schemeClr val="tx2"/>
                </a:solidFill>
                <a:latin typeface="Museo Sans 700" panose="02000000000000000000" pitchFamily="50" charset="0"/>
                <a:ea typeface="Gadugi" panose="020B0502040204020203" pitchFamily="34" charset="0"/>
              </a:defRPr>
            </a:lvl1pPr>
            <a:lvl2pPr>
              <a:buNone/>
              <a:defRPr sz="2800">
                <a:latin typeface="Regola Pro" panose="02000000000000000000" pitchFamily="2" charset="77"/>
              </a:defRPr>
            </a:lvl2pPr>
            <a:lvl3pPr>
              <a:buNone/>
              <a:defRPr sz="2800">
                <a:latin typeface="Regola Pro" panose="02000000000000000000" pitchFamily="2" charset="77"/>
              </a:defRPr>
            </a:lvl3pPr>
            <a:lvl4pPr>
              <a:buNone/>
              <a:defRPr sz="2800">
                <a:latin typeface="Regola Pro" panose="02000000000000000000" pitchFamily="2" charset="77"/>
              </a:defRPr>
            </a:lvl4pPr>
            <a:lvl5pPr>
              <a:buNone/>
              <a:defRPr sz="2800">
                <a:latin typeface="Regola Pro" panose="02000000000000000000" pitchFamily="2" charset="77"/>
              </a:defRPr>
            </a:lvl5pPr>
          </a:lstStyle>
          <a:p>
            <a:pPr lvl="0"/>
            <a:r>
              <a:rPr lang="en-GB"/>
              <a:t>Insert text</a:t>
            </a:r>
            <a:endParaRPr lang="en-US"/>
          </a:p>
        </p:txBody>
      </p:sp>
      <p:sp>
        <p:nvSpPr>
          <p:cNvPr id="12" name="TextBox 11">
            <a:extLst>
              <a:ext uri="{FF2B5EF4-FFF2-40B4-BE49-F238E27FC236}">
                <a16:creationId xmlns:a16="http://schemas.microsoft.com/office/drawing/2014/main" id="{A6717402-82C2-417D-90DB-B5A96E522149}"/>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tx2"/>
                </a:solidFill>
                <a:latin typeface="Gadugi" panose="020B0502040204020203" pitchFamily="34" charset="0"/>
                <a:ea typeface="Gadugi" panose="020B0502040204020203" pitchFamily="34" charset="0"/>
              </a:rPr>
              <a:t>‹#›</a:t>
            </a:fld>
            <a:r>
              <a:rPr lang="en-US" sz="800">
                <a:solidFill>
                  <a:schemeClr val="tx2"/>
                </a:solidFill>
                <a:latin typeface="Regola Pro" panose="02000000000000000000" pitchFamily="2" charset="77"/>
              </a:rPr>
              <a:t>  |</a:t>
            </a:r>
          </a:p>
        </p:txBody>
      </p:sp>
      <p:sp>
        <p:nvSpPr>
          <p:cNvPr id="13" name="Text Placeholder 17">
            <a:extLst>
              <a:ext uri="{FF2B5EF4-FFF2-40B4-BE49-F238E27FC236}">
                <a16:creationId xmlns:a16="http://schemas.microsoft.com/office/drawing/2014/main" id="{92FDA59A-E7EC-42FC-88B0-2BDC8D5ED483}"/>
              </a:ext>
            </a:extLst>
          </p:cNvPr>
          <p:cNvSpPr>
            <a:spLocks noGrp="1"/>
          </p:cNvSpPr>
          <p:nvPr>
            <p:ph type="body" sz="quarter" idx="11" hasCustomPrompt="1"/>
          </p:nvPr>
        </p:nvSpPr>
        <p:spPr>
          <a:xfrm>
            <a:off x="990000" y="244672"/>
            <a:ext cx="4605337" cy="284162"/>
          </a:xfrm>
          <a:prstGeom prst="rect">
            <a:avLst/>
          </a:prstGeom>
        </p:spPr>
        <p:txBody>
          <a:bodyPr anchor="b"/>
          <a:lstStyle>
            <a:lvl1pPr>
              <a:buNone/>
              <a:defRPr sz="800">
                <a:solidFill>
                  <a:schemeClr val="tx2"/>
                </a:solidFill>
                <a:latin typeface="Gadugi" panose="020B0502040204020203" pitchFamily="34" charset="0"/>
                <a:ea typeface="Gadugi" panose="020B0502040204020203" pitchFamily="34" charset="0"/>
              </a:defRPr>
            </a:lvl1pPr>
            <a:lvl2pPr>
              <a:buNone/>
              <a:defRPr sz="800">
                <a:latin typeface="Regola Pro" panose="02000000000000000000" pitchFamily="2" charset="77"/>
              </a:defRPr>
            </a:lvl2pPr>
            <a:lvl3pPr>
              <a:buNone/>
              <a:defRPr sz="800">
                <a:latin typeface="Regola Pro" panose="02000000000000000000" pitchFamily="2" charset="77"/>
              </a:defRPr>
            </a:lvl3pPr>
            <a:lvl4pPr>
              <a:buNone/>
              <a:defRPr sz="800">
                <a:latin typeface="Regola Pro" panose="02000000000000000000" pitchFamily="2" charset="77"/>
              </a:defRPr>
            </a:lvl4pPr>
            <a:lvl5pPr>
              <a:buNone/>
              <a:defRPr sz="800">
                <a:latin typeface="Regola Pro" panose="02000000000000000000" pitchFamily="2" charset="77"/>
              </a:defRPr>
            </a:lvl5pPr>
          </a:lstStyle>
          <a:p>
            <a:pPr lvl="0"/>
            <a:r>
              <a:rPr lang="en-GB"/>
              <a:t>Presentation title</a:t>
            </a:r>
            <a:endParaRPr lang="en-US"/>
          </a:p>
        </p:txBody>
      </p:sp>
    </p:spTree>
    <p:extLst>
      <p:ext uri="{BB962C8B-B14F-4D97-AF65-F5344CB8AC3E}">
        <p14:creationId xmlns:p14="http://schemas.microsoft.com/office/powerpoint/2010/main" val="3143088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 Small">
    <p:spTree>
      <p:nvGrpSpPr>
        <p:cNvPr id="1" name=""/>
        <p:cNvGrpSpPr/>
        <p:nvPr/>
      </p:nvGrpSpPr>
      <p:grpSpPr>
        <a:xfrm>
          <a:off x="0" y="0"/>
          <a:ext cx="0" cy="0"/>
          <a:chOff x="0" y="0"/>
          <a:chExt cx="0" cy="0"/>
        </a:xfrm>
      </p:grpSpPr>
      <p:pic>
        <p:nvPicPr>
          <p:cNvPr id="8" name="Picture 7" descr="Background pattern&#10;&#10;Description automatically generated with medium confidence">
            <a:extLst>
              <a:ext uri="{FF2B5EF4-FFF2-40B4-BE49-F238E27FC236}">
                <a16:creationId xmlns:a16="http://schemas.microsoft.com/office/drawing/2014/main" id="{E2174CBA-D603-473C-8F3D-1A42176CA1E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B5ABAB4C-EA80-AF42-844B-ECBD38BF4307}"/>
              </a:ext>
            </a:extLst>
          </p:cNvPr>
          <p:cNvSpPr>
            <a:spLocks noGrp="1"/>
          </p:cNvSpPr>
          <p:nvPr>
            <p:ph type="title" hasCustomPrompt="1"/>
          </p:nvPr>
        </p:nvSpPr>
        <p:spPr>
          <a:xfrm>
            <a:off x="907806" y="978482"/>
            <a:ext cx="4771879" cy="443198"/>
          </a:xfrm>
          <a:prstGeom prst="rect">
            <a:avLst/>
          </a:prstGeom>
        </p:spPr>
        <p:txBody>
          <a:bodyPr/>
          <a:lstStyle>
            <a:lvl1pPr>
              <a:defRPr sz="2800">
                <a:solidFill>
                  <a:schemeClr val="bg1"/>
                </a:solidFill>
                <a:latin typeface="Gadugi" panose="020B0502040204020203" pitchFamily="34" charset="0"/>
                <a:ea typeface="Gadugi" panose="020B0502040204020203" pitchFamily="34" charset="0"/>
              </a:defRPr>
            </a:lvl1pPr>
          </a:lstStyle>
          <a:p>
            <a:r>
              <a:rPr lang="en-GB"/>
              <a:t>Header</a:t>
            </a:r>
            <a:endParaRPr lang="en-US"/>
          </a:p>
        </p:txBody>
      </p:sp>
      <p:sp>
        <p:nvSpPr>
          <p:cNvPr id="7" name="Text Placeholder 6">
            <a:extLst>
              <a:ext uri="{FF2B5EF4-FFF2-40B4-BE49-F238E27FC236}">
                <a16:creationId xmlns:a16="http://schemas.microsoft.com/office/drawing/2014/main" id="{BB401973-A9B9-6640-B13E-AA578238D789}"/>
              </a:ext>
            </a:extLst>
          </p:cNvPr>
          <p:cNvSpPr>
            <a:spLocks noGrp="1"/>
          </p:cNvSpPr>
          <p:nvPr>
            <p:ph type="body" sz="quarter" idx="10"/>
          </p:nvPr>
        </p:nvSpPr>
        <p:spPr>
          <a:xfrm>
            <a:off x="907806" y="1747043"/>
            <a:ext cx="4771879" cy="3363913"/>
          </a:xfrm>
          <a:prstGeom prst="rect">
            <a:avLst/>
          </a:prstGeom>
        </p:spPr>
        <p:txBody>
          <a:bodyPr/>
          <a:lstStyle>
            <a:lvl1pPr marL="0" indent="0">
              <a:buNone/>
              <a:defRPr sz="1300">
                <a:solidFill>
                  <a:schemeClr val="bg1"/>
                </a:solidFill>
                <a:latin typeface="Gadugi" panose="020B0502040204020203" pitchFamily="34" charset="0"/>
                <a:ea typeface="Gadugi" panose="020B0502040204020203" pitchFamily="34" charset="0"/>
              </a:defRPr>
            </a:lvl1pPr>
            <a:lvl2pPr indent="0">
              <a:buNone/>
              <a:defRPr>
                <a:latin typeface="Regola Pro" panose="02000000000000000000" pitchFamily="2" charset="77"/>
              </a:defRPr>
            </a:lvl2pPr>
            <a:lvl3pPr indent="0">
              <a:buNone/>
              <a:defRPr>
                <a:latin typeface="Regola Pro" panose="02000000000000000000" pitchFamily="2" charset="77"/>
              </a:defRPr>
            </a:lvl3pPr>
            <a:lvl4pPr indent="0">
              <a:buNone/>
              <a:defRPr>
                <a:latin typeface="Regola Pro" panose="02000000000000000000" pitchFamily="2" charset="77"/>
              </a:defRPr>
            </a:lvl4pPr>
            <a:lvl5pPr indent="0">
              <a:buNone/>
              <a:defRPr>
                <a:latin typeface="Regola Pro" panose="02000000000000000000" pitchFamily="2" charset="77"/>
              </a:defRPr>
            </a:lvl5pPr>
          </a:lstStyle>
          <a:p>
            <a:pPr lvl="0"/>
            <a:r>
              <a:rPr lang="en-US"/>
              <a:t>Click to edit Master text styles</a:t>
            </a:r>
          </a:p>
        </p:txBody>
      </p:sp>
      <p:sp>
        <p:nvSpPr>
          <p:cNvPr id="6" name="TextBox 5">
            <a:extLst>
              <a:ext uri="{FF2B5EF4-FFF2-40B4-BE49-F238E27FC236}">
                <a16:creationId xmlns:a16="http://schemas.microsoft.com/office/drawing/2014/main" id="{E20BA73A-3BA0-2F4B-9C48-375289E729B3}"/>
              </a:ext>
            </a:extLst>
          </p:cNvPr>
          <p:cNvSpPr txBox="1"/>
          <p:nvPr userDrawn="1"/>
        </p:nvSpPr>
        <p:spPr>
          <a:xfrm>
            <a:off x="3944770" y="-698739"/>
            <a:ext cx="4280018" cy="276999"/>
          </a:xfrm>
          <a:prstGeom prst="rect">
            <a:avLst/>
          </a:prstGeom>
          <a:noFill/>
        </p:spPr>
        <p:txBody>
          <a:bodyPr wrap="none" lIns="0" tIns="0" rIns="0" bIns="0" rtlCol="0">
            <a:spAutoFit/>
          </a:bodyPr>
          <a:lstStyle/>
          <a:p>
            <a:r>
              <a:rPr lang="en-US">
                <a:solidFill>
                  <a:schemeClr val="bg1"/>
                </a:solidFill>
                <a:latin typeface="Regola Pro" panose="02000000000000000000" pitchFamily="2" charset="77"/>
              </a:rPr>
              <a:t>Graphic elements on slide for editability</a:t>
            </a:r>
          </a:p>
        </p:txBody>
      </p:sp>
      <p:sp>
        <p:nvSpPr>
          <p:cNvPr id="9" name="TextBox 8">
            <a:extLst>
              <a:ext uri="{FF2B5EF4-FFF2-40B4-BE49-F238E27FC236}">
                <a16:creationId xmlns:a16="http://schemas.microsoft.com/office/drawing/2014/main" id="{E6A45929-29D9-4A11-916B-F38E3F4ABB8F}"/>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bg1"/>
                </a:solidFill>
                <a:latin typeface="Gadugi" panose="020B0502040204020203" pitchFamily="34" charset="0"/>
                <a:ea typeface="Gadugi" panose="020B0502040204020203" pitchFamily="34" charset="0"/>
              </a:rPr>
              <a:t>‹#›</a:t>
            </a:fld>
            <a:r>
              <a:rPr lang="en-US" sz="800">
                <a:solidFill>
                  <a:schemeClr val="bg1"/>
                </a:solidFill>
                <a:latin typeface="Regola Pro" panose="02000000000000000000" pitchFamily="2" charset="77"/>
              </a:rPr>
              <a:t>  |</a:t>
            </a:r>
          </a:p>
        </p:txBody>
      </p:sp>
      <p:sp>
        <p:nvSpPr>
          <p:cNvPr id="10" name="TextBox 9">
            <a:extLst>
              <a:ext uri="{FF2B5EF4-FFF2-40B4-BE49-F238E27FC236}">
                <a16:creationId xmlns:a16="http://schemas.microsoft.com/office/drawing/2014/main" id="{7860898B-3640-490F-A644-5A19F0485A42}"/>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bg1"/>
                </a:solidFill>
                <a:latin typeface="Gadugi" panose="020B0502040204020203" pitchFamily="34" charset="0"/>
                <a:ea typeface="Gadugi" panose="020B0502040204020203" pitchFamily="34" charset="0"/>
              </a:rPr>
              <a:t>‹#›</a:t>
            </a:fld>
            <a:r>
              <a:rPr lang="en-US" sz="800">
                <a:solidFill>
                  <a:schemeClr val="bg1"/>
                </a:solidFill>
                <a:latin typeface="Regola Pro" panose="02000000000000000000" pitchFamily="2" charset="77"/>
              </a:rPr>
              <a:t>  |</a:t>
            </a:r>
          </a:p>
        </p:txBody>
      </p:sp>
      <p:sp>
        <p:nvSpPr>
          <p:cNvPr id="11" name="Text Placeholder 17">
            <a:extLst>
              <a:ext uri="{FF2B5EF4-FFF2-40B4-BE49-F238E27FC236}">
                <a16:creationId xmlns:a16="http://schemas.microsoft.com/office/drawing/2014/main" id="{5CB497D4-C298-4A39-A22B-4427EE6B0C19}"/>
              </a:ext>
            </a:extLst>
          </p:cNvPr>
          <p:cNvSpPr>
            <a:spLocks noGrp="1"/>
          </p:cNvSpPr>
          <p:nvPr>
            <p:ph type="body" sz="quarter" idx="11" hasCustomPrompt="1"/>
          </p:nvPr>
        </p:nvSpPr>
        <p:spPr>
          <a:xfrm>
            <a:off x="990000" y="244672"/>
            <a:ext cx="4605337" cy="284162"/>
          </a:xfrm>
          <a:prstGeom prst="rect">
            <a:avLst/>
          </a:prstGeom>
        </p:spPr>
        <p:txBody>
          <a:bodyPr anchor="b"/>
          <a:lstStyle>
            <a:lvl1pPr>
              <a:buNone/>
              <a:defRPr sz="800">
                <a:solidFill>
                  <a:schemeClr val="bg1"/>
                </a:solidFill>
                <a:latin typeface="Gadugi" panose="020B0502040204020203" pitchFamily="34" charset="0"/>
                <a:ea typeface="Gadugi" panose="020B0502040204020203" pitchFamily="34" charset="0"/>
              </a:defRPr>
            </a:lvl1pPr>
            <a:lvl2pPr>
              <a:buNone/>
              <a:defRPr sz="800">
                <a:latin typeface="Regola Pro" panose="02000000000000000000" pitchFamily="2" charset="77"/>
              </a:defRPr>
            </a:lvl2pPr>
            <a:lvl3pPr>
              <a:buNone/>
              <a:defRPr sz="800">
                <a:latin typeface="Regola Pro" panose="02000000000000000000" pitchFamily="2" charset="77"/>
              </a:defRPr>
            </a:lvl3pPr>
            <a:lvl4pPr>
              <a:buNone/>
              <a:defRPr sz="800">
                <a:latin typeface="Regola Pro" panose="02000000000000000000" pitchFamily="2" charset="77"/>
              </a:defRPr>
            </a:lvl4pPr>
            <a:lvl5pPr>
              <a:buNone/>
              <a:defRPr sz="800">
                <a:latin typeface="Regola Pro" panose="02000000000000000000" pitchFamily="2" charset="77"/>
              </a:defRPr>
            </a:lvl5pPr>
          </a:lstStyle>
          <a:p>
            <a:pPr lvl="0"/>
            <a:r>
              <a:rPr lang="en-GB"/>
              <a:t>Presentation title</a:t>
            </a:r>
            <a:endParaRPr lang="en-US"/>
          </a:p>
        </p:txBody>
      </p:sp>
    </p:spTree>
    <p:extLst>
      <p:ext uri="{BB962C8B-B14F-4D97-AF65-F5344CB8AC3E}">
        <p14:creationId xmlns:p14="http://schemas.microsoft.com/office/powerpoint/2010/main" val="1780994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Plai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F44F95-B98A-4BC2-94F3-11C5E96B9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5398"/>
            <a:ext cx="12192000" cy="6860031"/>
          </a:xfrm>
          <a:prstGeom prst="rect">
            <a:avLst/>
          </a:prstGeom>
        </p:spPr>
      </p:pic>
      <p:sp>
        <p:nvSpPr>
          <p:cNvPr id="6" name="Text Placeholder 5">
            <a:extLst>
              <a:ext uri="{FF2B5EF4-FFF2-40B4-BE49-F238E27FC236}">
                <a16:creationId xmlns:a16="http://schemas.microsoft.com/office/drawing/2014/main" id="{FF5F45EF-E9AC-4F4B-A2C9-B58AF4D96F71}"/>
              </a:ext>
            </a:extLst>
          </p:cNvPr>
          <p:cNvSpPr>
            <a:spLocks noGrp="1"/>
          </p:cNvSpPr>
          <p:nvPr>
            <p:ph type="body" sz="quarter" idx="10"/>
          </p:nvPr>
        </p:nvSpPr>
        <p:spPr>
          <a:xfrm>
            <a:off x="897532" y="1747043"/>
            <a:ext cx="4961819" cy="3963987"/>
          </a:xfrm>
          <a:prstGeom prst="rect">
            <a:avLst/>
          </a:prstGeom>
        </p:spPr>
        <p:txBody>
          <a:bodyPr/>
          <a:lstStyle>
            <a:lvl1pPr>
              <a:defRPr sz="1400">
                <a:latin typeface="Gadugi" panose="020B0502040204020203" pitchFamily="34" charset="0"/>
                <a:ea typeface="Gadugi" panose="020B0502040204020203" pitchFamily="34" charset="0"/>
              </a:defRPr>
            </a:lvl1pPr>
            <a:lvl2pPr>
              <a:defRPr sz="1400">
                <a:latin typeface="Gadugi" panose="020B0502040204020203" pitchFamily="34" charset="0"/>
                <a:ea typeface="Gadugi" panose="020B0502040204020203" pitchFamily="34" charset="0"/>
              </a:defRPr>
            </a:lvl2pPr>
            <a:lvl3pPr>
              <a:defRPr sz="1400">
                <a:latin typeface="Gadugi" panose="020B0502040204020203" pitchFamily="34" charset="0"/>
                <a:ea typeface="Gadugi" panose="020B0502040204020203" pitchFamily="34" charset="0"/>
              </a:defRPr>
            </a:lvl3pPr>
            <a:lvl4pPr>
              <a:defRPr sz="1400">
                <a:latin typeface="Gadugi" panose="020B0502040204020203" pitchFamily="34" charset="0"/>
                <a:ea typeface="Gadugi" panose="020B0502040204020203" pitchFamily="34" charset="0"/>
              </a:defRPr>
            </a:lvl4pPr>
            <a:lvl5pPr>
              <a:defRPr sz="1400">
                <a:latin typeface="Gadugi" panose="020B0502040204020203" pitchFamily="34" charset="0"/>
                <a:ea typeface="Gadug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93CD5056-4D68-3B45-9FD6-177B8C83E2D6}"/>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tx2"/>
                </a:solidFill>
                <a:latin typeface="Gadugi" panose="020B0502040204020203" pitchFamily="34" charset="0"/>
                <a:ea typeface="Gadugi" panose="020B0502040204020203" pitchFamily="34" charset="0"/>
              </a:rPr>
              <a:t>‹#›</a:t>
            </a:fld>
            <a:r>
              <a:rPr lang="en-US" sz="800">
                <a:solidFill>
                  <a:schemeClr val="tx2"/>
                </a:solidFill>
                <a:latin typeface="Gadugi" panose="020B0502040204020203" pitchFamily="34" charset="0"/>
                <a:ea typeface="Gadugi" panose="020B0502040204020203" pitchFamily="34" charset="0"/>
              </a:rPr>
              <a:t>  |</a:t>
            </a:r>
          </a:p>
        </p:txBody>
      </p:sp>
      <p:sp>
        <p:nvSpPr>
          <p:cNvPr id="8" name="Text Placeholder 17">
            <a:extLst>
              <a:ext uri="{FF2B5EF4-FFF2-40B4-BE49-F238E27FC236}">
                <a16:creationId xmlns:a16="http://schemas.microsoft.com/office/drawing/2014/main" id="{0316DEC9-8D08-6543-A3E8-14BF016A7377}"/>
              </a:ext>
            </a:extLst>
          </p:cNvPr>
          <p:cNvSpPr>
            <a:spLocks noGrp="1"/>
          </p:cNvSpPr>
          <p:nvPr>
            <p:ph type="body" sz="quarter" idx="11" hasCustomPrompt="1"/>
          </p:nvPr>
        </p:nvSpPr>
        <p:spPr>
          <a:xfrm>
            <a:off x="990000" y="249808"/>
            <a:ext cx="4605337" cy="284162"/>
          </a:xfrm>
          <a:prstGeom prst="rect">
            <a:avLst/>
          </a:prstGeom>
        </p:spPr>
        <p:txBody>
          <a:bodyPr anchor="b"/>
          <a:lstStyle>
            <a:lvl1pPr>
              <a:buNone/>
              <a:defRPr sz="800">
                <a:solidFill>
                  <a:schemeClr val="tx2"/>
                </a:solidFill>
                <a:latin typeface="Gadugi" panose="020B0502040204020203" pitchFamily="34" charset="0"/>
                <a:ea typeface="Gadugi" panose="020B0502040204020203" pitchFamily="34" charset="0"/>
              </a:defRPr>
            </a:lvl1pPr>
            <a:lvl2pPr>
              <a:buNone/>
              <a:defRPr sz="800">
                <a:latin typeface="Regola Pro" panose="02000000000000000000" pitchFamily="2" charset="77"/>
              </a:defRPr>
            </a:lvl2pPr>
            <a:lvl3pPr>
              <a:buNone/>
              <a:defRPr sz="800">
                <a:latin typeface="Regola Pro" panose="02000000000000000000" pitchFamily="2" charset="77"/>
              </a:defRPr>
            </a:lvl3pPr>
            <a:lvl4pPr>
              <a:buNone/>
              <a:defRPr sz="800">
                <a:latin typeface="Regola Pro" panose="02000000000000000000" pitchFamily="2" charset="77"/>
              </a:defRPr>
            </a:lvl4pPr>
            <a:lvl5pPr>
              <a:buNone/>
              <a:defRPr sz="800">
                <a:latin typeface="Regola Pro" panose="02000000000000000000" pitchFamily="2" charset="77"/>
              </a:defRPr>
            </a:lvl5pPr>
          </a:lstStyle>
          <a:p>
            <a:pPr lvl="0"/>
            <a:r>
              <a:rPr lang="en-GB"/>
              <a:t>Presentation title</a:t>
            </a:r>
            <a:endParaRPr lang="en-US"/>
          </a:p>
        </p:txBody>
      </p:sp>
      <p:sp>
        <p:nvSpPr>
          <p:cNvPr id="10" name="Title 1">
            <a:extLst>
              <a:ext uri="{FF2B5EF4-FFF2-40B4-BE49-F238E27FC236}">
                <a16:creationId xmlns:a16="http://schemas.microsoft.com/office/drawing/2014/main" id="{BD9959CD-334B-D445-87AB-E8B0F31AE360}"/>
              </a:ext>
            </a:extLst>
          </p:cNvPr>
          <p:cNvSpPr>
            <a:spLocks noGrp="1"/>
          </p:cNvSpPr>
          <p:nvPr>
            <p:ph type="title"/>
          </p:nvPr>
        </p:nvSpPr>
        <p:spPr>
          <a:xfrm>
            <a:off x="897532" y="978482"/>
            <a:ext cx="10548859" cy="360000"/>
          </a:xfrm>
          <a:prstGeom prst="rect">
            <a:avLst/>
          </a:prstGeom>
        </p:spPr>
        <p:txBody>
          <a:bodyPr lIns="0" tIns="0" rIns="0" bIns="0" anchor="t" anchorCtr="0">
            <a:noAutofit/>
          </a:bodyPr>
          <a:lstStyle>
            <a:lvl1pPr>
              <a:defRPr sz="2800" b="1">
                <a:latin typeface="Museo Sans 700" panose="02000000000000000000" pitchFamily="50" charset="0"/>
                <a:ea typeface="Gadugi" panose="020B0502040204020203" pitchFamily="34" charset="0"/>
                <a:cs typeface="Arial" panose="020B0604020202020204" pitchFamily="34" charset="0"/>
              </a:defRPr>
            </a:lvl1pPr>
          </a:lstStyle>
          <a:p>
            <a:r>
              <a:rPr lang="en-US"/>
              <a:t>Click to edit Master title style</a:t>
            </a:r>
          </a:p>
        </p:txBody>
      </p:sp>
      <p:pic>
        <p:nvPicPr>
          <p:cNvPr id="9" name="Picture 8" descr="Logo&#10;&#10;Description automatically generated">
            <a:extLst>
              <a:ext uri="{FF2B5EF4-FFF2-40B4-BE49-F238E27FC236}">
                <a16:creationId xmlns:a16="http://schemas.microsoft.com/office/drawing/2014/main" id="{761B88C8-B82E-4EC8-8912-2FB40BA05C9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94854" y="6055112"/>
            <a:ext cx="737736" cy="463824"/>
          </a:xfrm>
          <a:prstGeom prst="rect">
            <a:avLst/>
          </a:prstGeom>
        </p:spPr>
      </p:pic>
    </p:spTree>
    <p:extLst>
      <p:ext uri="{BB962C8B-B14F-4D97-AF65-F5344CB8AC3E}">
        <p14:creationId xmlns:p14="http://schemas.microsoft.com/office/powerpoint/2010/main" val="61962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5" orient="horz" pos="300">
          <p15:clr>
            <a:srgbClr val="FBAE40"/>
          </p15:clr>
        </p15:guide>
        <p15:guide id="6" orient="horz" pos="388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Plai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65BF34-E474-4D20-9F16-047ED71578DE}"/>
              </a:ext>
            </a:extLst>
          </p:cNvPr>
          <p:cNvSpPr/>
          <p:nvPr userDrawn="1"/>
        </p:nvSpPr>
        <p:spPr>
          <a:xfrm>
            <a:off x="0" y="-114300"/>
            <a:ext cx="12192000" cy="6972300"/>
          </a:xfrm>
          <a:prstGeom prst="rect">
            <a:avLst/>
          </a:prstGeom>
          <a:gradFill>
            <a:gsLst>
              <a:gs pos="0">
                <a:srgbClr val="002D64"/>
              </a:gs>
              <a:gs pos="100000">
                <a:srgbClr val="00194A"/>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3" name="Picture 16">
            <a:extLst>
              <a:ext uri="{FF2B5EF4-FFF2-40B4-BE49-F238E27FC236}">
                <a16:creationId xmlns:a16="http://schemas.microsoft.com/office/drawing/2014/main" id="{099B830F-DCC1-413C-8818-C4F2AED8E06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0002724" y="-192614"/>
            <a:ext cx="2189276" cy="7050614"/>
          </a:xfrm>
          <a:prstGeom prst="rect">
            <a:avLst/>
          </a:prstGeom>
        </p:spPr>
      </p:pic>
    </p:spTree>
    <p:extLst>
      <p:ext uri="{BB962C8B-B14F-4D97-AF65-F5344CB8AC3E}">
        <p14:creationId xmlns:p14="http://schemas.microsoft.com/office/powerpoint/2010/main" val="3426514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5" orient="horz" pos="300">
          <p15:clr>
            <a:srgbClr val="FBAE40"/>
          </p15:clr>
        </p15:guide>
        <p15:guide id="6" orient="horz" pos="388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CF2C8B-D08C-406C-8BFA-A8AD68529F0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7326" y="-5398"/>
            <a:ext cx="12548839" cy="6860032"/>
          </a:xfrm>
          <a:prstGeom prst="rect">
            <a:avLst/>
          </a:prstGeom>
        </p:spPr>
      </p:pic>
      <p:sp>
        <p:nvSpPr>
          <p:cNvPr id="5" name="Text Placeholder 5">
            <a:extLst>
              <a:ext uri="{FF2B5EF4-FFF2-40B4-BE49-F238E27FC236}">
                <a16:creationId xmlns:a16="http://schemas.microsoft.com/office/drawing/2014/main" id="{16BFB276-7E4F-44B5-AE1F-C8C937E9A787}"/>
              </a:ext>
            </a:extLst>
          </p:cNvPr>
          <p:cNvSpPr>
            <a:spLocks noGrp="1"/>
          </p:cNvSpPr>
          <p:nvPr>
            <p:ph type="body" sz="quarter" idx="10"/>
          </p:nvPr>
        </p:nvSpPr>
        <p:spPr>
          <a:xfrm>
            <a:off x="720000" y="1747043"/>
            <a:ext cx="4961819" cy="3963987"/>
          </a:xfrm>
          <a:prstGeom prst="rect">
            <a:avLst/>
          </a:prstGeom>
        </p:spPr>
        <p:txBody>
          <a:bodyPr/>
          <a:lstStyle>
            <a:lvl1pPr>
              <a:defRPr sz="1400">
                <a:latin typeface="Gadugi" panose="020B0502040204020203" pitchFamily="34" charset="0"/>
                <a:ea typeface="Gadugi" panose="020B0502040204020203" pitchFamily="34" charset="0"/>
              </a:defRPr>
            </a:lvl1pPr>
            <a:lvl2pPr>
              <a:defRPr sz="1400">
                <a:latin typeface="Gadugi" panose="020B0502040204020203" pitchFamily="34" charset="0"/>
                <a:ea typeface="Gadugi" panose="020B0502040204020203" pitchFamily="34" charset="0"/>
              </a:defRPr>
            </a:lvl2pPr>
            <a:lvl3pPr>
              <a:defRPr sz="1400">
                <a:latin typeface="Gadugi" panose="020B0502040204020203" pitchFamily="34" charset="0"/>
                <a:ea typeface="Gadugi" panose="020B0502040204020203" pitchFamily="34" charset="0"/>
              </a:defRPr>
            </a:lvl3pPr>
            <a:lvl4pPr>
              <a:defRPr sz="1400">
                <a:latin typeface="Gadugi" panose="020B0502040204020203" pitchFamily="34" charset="0"/>
                <a:ea typeface="Gadugi" panose="020B0502040204020203" pitchFamily="34" charset="0"/>
              </a:defRPr>
            </a:lvl4pPr>
            <a:lvl5pPr>
              <a:defRPr sz="1400">
                <a:latin typeface="Gadugi" panose="020B0502040204020203" pitchFamily="34" charset="0"/>
                <a:ea typeface="Gadug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0F08A93-B375-40FD-BE73-EAC7BCFBAB84}"/>
              </a:ext>
            </a:extLst>
          </p:cNvPr>
          <p:cNvSpPr txBox="1"/>
          <p:nvPr userDrawn="1"/>
        </p:nvSpPr>
        <p:spPr>
          <a:xfrm>
            <a:off x="720000" y="359069"/>
            <a:ext cx="271762" cy="123111"/>
          </a:xfrm>
          <a:prstGeom prst="rect">
            <a:avLst/>
          </a:prstGeom>
          <a:noFill/>
        </p:spPr>
        <p:txBody>
          <a:bodyPr wrap="square" lIns="0" tIns="0" rIns="0" bIns="0" rtlCol="0" anchor="b">
            <a:spAutoFit/>
          </a:bodyPr>
          <a:lstStyle/>
          <a:p>
            <a:fld id="{B9EE2BC0-D18E-1346-994E-C2D914A2D338}" type="slidenum">
              <a:rPr lang="en-US" sz="800" smtClean="0">
                <a:solidFill>
                  <a:schemeClr val="tx2"/>
                </a:solidFill>
                <a:latin typeface="Gadugi" panose="020B0502040204020203" pitchFamily="34" charset="0"/>
                <a:ea typeface="Gadugi" panose="020B0502040204020203" pitchFamily="34" charset="0"/>
              </a:rPr>
              <a:t>‹#›</a:t>
            </a:fld>
            <a:r>
              <a:rPr lang="en-US" sz="800">
                <a:solidFill>
                  <a:schemeClr val="tx2"/>
                </a:solidFill>
                <a:latin typeface="Gadugi" panose="020B0502040204020203" pitchFamily="34" charset="0"/>
                <a:ea typeface="Gadugi" panose="020B0502040204020203" pitchFamily="34" charset="0"/>
              </a:rPr>
              <a:t>  |</a:t>
            </a:r>
          </a:p>
        </p:txBody>
      </p:sp>
      <p:sp>
        <p:nvSpPr>
          <p:cNvPr id="7" name="Title 1">
            <a:extLst>
              <a:ext uri="{FF2B5EF4-FFF2-40B4-BE49-F238E27FC236}">
                <a16:creationId xmlns:a16="http://schemas.microsoft.com/office/drawing/2014/main" id="{A8CF7A5B-A832-4B9D-A932-6D59780D68A6}"/>
              </a:ext>
            </a:extLst>
          </p:cNvPr>
          <p:cNvSpPr>
            <a:spLocks noGrp="1"/>
          </p:cNvSpPr>
          <p:nvPr>
            <p:ph type="title"/>
          </p:nvPr>
        </p:nvSpPr>
        <p:spPr>
          <a:xfrm>
            <a:off x="720000" y="978482"/>
            <a:ext cx="10548859" cy="360000"/>
          </a:xfrm>
          <a:prstGeom prst="rect">
            <a:avLst/>
          </a:prstGeom>
        </p:spPr>
        <p:txBody>
          <a:bodyPr lIns="0" tIns="0" rIns="0" bIns="0" anchor="t" anchorCtr="0">
            <a:noAutofit/>
          </a:bodyPr>
          <a:lstStyle>
            <a:lvl1pPr>
              <a:defRPr sz="3200" b="1">
                <a:latin typeface="Gadugi" panose="020B0502040204020203" pitchFamily="34" charset="0"/>
                <a:ea typeface="Gadugi" panose="020B0502040204020203" pitchFamily="34" charset="0"/>
                <a:cs typeface="Arial" panose="020B0604020202020204" pitchFamily="34" charset="0"/>
              </a:defRPr>
            </a:lvl1pPr>
          </a:lstStyle>
          <a:p>
            <a:r>
              <a:rPr lang="en-US"/>
              <a:t>Click to edit Master title style</a:t>
            </a:r>
          </a:p>
        </p:txBody>
      </p:sp>
      <p:pic>
        <p:nvPicPr>
          <p:cNvPr id="8" name="Picture 7" descr="Logo&#10;&#10;Description automatically generated">
            <a:extLst>
              <a:ext uri="{FF2B5EF4-FFF2-40B4-BE49-F238E27FC236}">
                <a16:creationId xmlns:a16="http://schemas.microsoft.com/office/drawing/2014/main" id="{C20D0B7E-B323-4F69-8536-91D2946FE18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94854" y="6055112"/>
            <a:ext cx="737736" cy="463824"/>
          </a:xfrm>
          <a:prstGeom prst="rect">
            <a:avLst/>
          </a:prstGeom>
        </p:spPr>
      </p:pic>
      <p:sp>
        <p:nvSpPr>
          <p:cNvPr id="9" name="Text Placeholder 17">
            <a:extLst>
              <a:ext uri="{FF2B5EF4-FFF2-40B4-BE49-F238E27FC236}">
                <a16:creationId xmlns:a16="http://schemas.microsoft.com/office/drawing/2014/main" id="{C549D4A5-F786-4F5D-900C-CAC4A9BDC3E8}"/>
              </a:ext>
            </a:extLst>
          </p:cNvPr>
          <p:cNvSpPr>
            <a:spLocks noGrp="1"/>
          </p:cNvSpPr>
          <p:nvPr>
            <p:ph type="body" sz="quarter" idx="11" hasCustomPrompt="1"/>
          </p:nvPr>
        </p:nvSpPr>
        <p:spPr>
          <a:xfrm>
            <a:off x="990000" y="249808"/>
            <a:ext cx="4605337" cy="284162"/>
          </a:xfrm>
          <a:prstGeom prst="rect">
            <a:avLst/>
          </a:prstGeom>
        </p:spPr>
        <p:txBody>
          <a:bodyPr anchor="b"/>
          <a:lstStyle>
            <a:lvl1pPr>
              <a:buNone/>
              <a:defRPr sz="800">
                <a:solidFill>
                  <a:schemeClr val="tx2"/>
                </a:solidFill>
                <a:latin typeface="Gadugi" panose="020B0502040204020203" pitchFamily="34" charset="0"/>
                <a:ea typeface="Gadugi" panose="020B0502040204020203" pitchFamily="34" charset="0"/>
              </a:defRPr>
            </a:lvl1pPr>
            <a:lvl2pPr>
              <a:buNone/>
              <a:defRPr sz="800">
                <a:latin typeface="Regola Pro" panose="02000000000000000000" pitchFamily="2" charset="77"/>
              </a:defRPr>
            </a:lvl2pPr>
            <a:lvl3pPr>
              <a:buNone/>
              <a:defRPr sz="800">
                <a:latin typeface="Regola Pro" panose="02000000000000000000" pitchFamily="2" charset="77"/>
              </a:defRPr>
            </a:lvl3pPr>
            <a:lvl4pPr>
              <a:buNone/>
              <a:defRPr sz="800">
                <a:latin typeface="Regola Pro" panose="02000000000000000000" pitchFamily="2" charset="77"/>
              </a:defRPr>
            </a:lvl4pPr>
            <a:lvl5pPr>
              <a:buNone/>
              <a:defRPr sz="800">
                <a:latin typeface="Regola Pro" panose="02000000000000000000" pitchFamily="2" charset="77"/>
              </a:defRPr>
            </a:lvl5pPr>
          </a:lstStyle>
          <a:p>
            <a:pPr lvl="0"/>
            <a:r>
              <a:rPr lang="en-GB"/>
              <a:t>Presentation title</a:t>
            </a:r>
            <a:endParaRPr lang="en-US"/>
          </a:p>
        </p:txBody>
      </p:sp>
    </p:spTree>
    <p:extLst>
      <p:ext uri="{BB962C8B-B14F-4D97-AF65-F5344CB8AC3E}">
        <p14:creationId xmlns:p14="http://schemas.microsoft.com/office/powerpoint/2010/main" val="3366579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014517"/>
      </p:ext>
    </p:extLst>
  </p:cSld>
  <p:clrMap bg1="lt1" tx1="dk1" bg2="lt2" tx2="dk2" accent1="accent1" accent2="accent2" accent3="accent3" accent4="accent4" accent5="accent5" accent6="accent6" hlink="hlink" folHlink="folHlink"/>
  <p:sldLayoutIdLst>
    <p:sldLayoutId id="2147483674" r:id="rId1"/>
    <p:sldLayoutId id="2147483673" r:id="rId2"/>
    <p:sldLayoutId id="2147483676" r:id="rId3"/>
    <p:sldLayoutId id="2147483677" r:id="rId4"/>
    <p:sldLayoutId id="2147483682" r:id="rId5"/>
    <p:sldLayoutId id="2147483685" r:id="rId6"/>
    <p:sldLayoutId id="2147483686" r:id="rId7"/>
  </p:sldLayoutIdLst>
  <p:hf hdr="0" dt="0"/>
  <p:txStyles>
    <p:titleStyle>
      <a:lvl1pPr algn="l" defTabSz="914400" rtl="0" eaLnBrk="1" latinLnBrk="0" hangingPunct="1">
        <a:lnSpc>
          <a:spcPct val="90000"/>
        </a:lnSpc>
        <a:spcBef>
          <a:spcPct val="0"/>
        </a:spcBef>
        <a:buNone/>
        <a:defRPr sz="3200" b="1" kern="1200">
          <a:solidFill>
            <a:schemeClr val="tx2"/>
          </a:solidFill>
          <a:latin typeface="Gadugi" panose="020B0502040204020203" pitchFamily="34" charset="0"/>
          <a:ea typeface="Gadugi" panose="020B0502040204020203" pitchFamily="34" charset="0"/>
          <a:cs typeface="Arial" panose="020B0604020202020204" pitchFamily="34" charset="0"/>
        </a:defRPr>
      </a:lvl1pPr>
    </p:titleStyle>
    <p:bodyStyle>
      <a:lvl1pPr marL="18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1pPr>
      <a:lvl2pPr marL="36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2pPr>
      <a:lvl3pPr marL="54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3pPr>
      <a:lvl4pPr marL="72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4pPr>
      <a:lvl5pPr marL="90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34">
          <p15:clr>
            <a:srgbClr val="F26B43"/>
          </p15:clr>
        </p15:guide>
        <p15:guide id="4" pos="7446">
          <p15:clr>
            <a:srgbClr val="F26B43"/>
          </p15:clr>
        </p15:guide>
        <p15:guide id="5" orient="horz" pos="210">
          <p15:clr>
            <a:srgbClr val="F26B43"/>
          </p15:clr>
        </p15:guide>
        <p15:guide id="6" orient="horz" pos="411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image" Target="../media/image7.png"/><Relationship Id="rId16"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18" Type="http://schemas.openxmlformats.org/officeDocument/2006/relationships/image" Target="../media/image25.png"/><Relationship Id="rId3" Type="http://schemas.openxmlformats.org/officeDocument/2006/relationships/image" Target="../media/image24.svg"/><Relationship Id="rId21" Type="http://schemas.openxmlformats.org/officeDocument/2006/relationships/image" Target="../media/image28.svg"/><Relationship Id="rId7" Type="http://schemas.openxmlformats.org/officeDocument/2006/relationships/image" Target="../media/image12.svg"/><Relationship Id="rId12" Type="http://schemas.openxmlformats.org/officeDocument/2006/relationships/image" Target="../media/image17.png"/><Relationship Id="rId17" Type="http://schemas.openxmlformats.org/officeDocument/2006/relationships/image" Target="../media/image22.svg"/><Relationship Id="rId25" Type="http://schemas.openxmlformats.org/officeDocument/2006/relationships/image" Target="../media/image32.svg"/><Relationship Id="rId2" Type="http://schemas.openxmlformats.org/officeDocument/2006/relationships/image" Target="../media/image23.png"/><Relationship Id="rId16" Type="http://schemas.openxmlformats.org/officeDocument/2006/relationships/image" Target="../media/image21.png"/><Relationship Id="rId20" Type="http://schemas.openxmlformats.org/officeDocument/2006/relationships/image" Target="../media/image27.png"/><Relationship Id="rId1" Type="http://schemas.openxmlformats.org/officeDocument/2006/relationships/slideLayout" Target="../slideLayouts/slideLayout5.xml"/><Relationship Id="rId6" Type="http://schemas.openxmlformats.org/officeDocument/2006/relationships/image" Target="../media/image11.png"/><Relationship Id="rId11" Type="http://schemas.openxmlformats.org/officeDocument/2006/relationships/image" Target="../media/image16.svg"/><Relationship Id="rId24" Type="http://schemas.openxmlformats.org/officeDocument/2006/relationships/image" Target="../media/image31.png"/><Relationship Id="rId5" Type="http://schemas.openxmlformats.org/officeDocument/2006/relationships/image" Target="../media/image10.svg"/><Relationship Id="rId15" Type="http://schemas.openxmlformats.org/officeDocument/2006/relationships/image" Target="../media/image20.svg"/><Relationship Id="rId23" Type="http://schemas.openxmlformats.org/officeDocument/2006/relationships/image" Target="../media/image30.svg"/><Relationship Id="rId10" Type="http://schemas.openxmlformats.org/officeDocument/2006/relationships/image" Target="../media/image15.png"/><Relationship Id="rId19" Type="http://schemas.openxmlformats.org/officeDocument/2006/relationships/image" Target="../media/image26.sv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 Id="rId22"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5206A19-6F99-B625-77FF-A751268133C7}"/>
              </a:ext>
            </a:extLst>
          </p:cNvPr>
          <p:cNvSpPr>
            <a:spLocks noGrp="1"/>
          </p:cNvSpPr>
          <p:nvPr>
            <p:ph type="title"/>
          </p:nvPr>
        </p:nvSpPr>
        <p:spPr>
          <a:xfrm>
            <a:off x="314324" y="1818000"/>
            <a:ext cx="10008236" cy="860425"/>
          </a:xfrm>
        </p:spPr>
        <p:txBody>
          <a:bodyPr/>
          <a:lstStyle/>
          <a:p>
            <a:r>
              <a:rPr lang="en-AU" sz="2800" dirty="0">
                <a:latin typeface="Arial" panose="020B0604020202020204" pitchFamily="34" charset="0"/>
              </a:rPr>
              <a:t>Architecture </a:t>
            </a:r>
            <a:r>
              <a:rPr lang="en-AU" dirty="0">
                <a:latin typeface="Arial" panose="020B0604020202020204" pitchFamily="34" charset="0"/>
              </a:rPr>
              <a:t>Templates </a:t>
            </a:r>
            <a:r>
              <a:rPr lang="en-AU" sz="2800" dirty="0">
                <a:latin typeface="Arial" panose="020B0604020202020204" pitchFamily="34" charset="0"/>
              </a:rPr>
              <a:t> &amp; Change Management Process</a:t>
            </a:r>
            <a:endParaRPr lang="en-US" sz="2800" dirty="0">
              <a:latin typeface="Arial" panose="020B0604020202020204" pitchFamily="34" charset="0"/>
            </a:endParaRPr>
          </a:p>
        </p:txBody>
      </p:sp>
      <p:sp>
        <p:nvSpPr>
          <p:cNvPr id="6" name="Text Placeholder 2">
            <a:extLst>
              <a:ext uri="{FF2B5EF4-FFF2-40B4-BE49-F238E27FC236}">
                <a16:creationId xmlns:a16="http://schemas.microsoft.com/office/drawing/2014/main" id="{2E0D8AC0-F7DD-1E91-735A-29A5CE4AEA20}"/>
              </a:ext>
            </a:extLst>
          </p:cNvPr>
          <p:cNvSpPr txBox="1">
            <a:spLocks/>
          </p:cNvSpPr>
          <p:nvPr/>
        </p:nvSpPr>
        <p:spPr>
          <a:xfrm>
            <a:off x="720000" y="5040000"/>
            <a:ext cx="4905375" cy="281039"/>
          </a:xfrm>
          <a:prstGeom prst="rect">
            <a:avLst/>
          </a:prstGeom>
        </p:spPr>
        <p:txBody>
          <a:bodyPr/>
          <a:lstStyle>
            <a:lvl1pPr marL="18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1pPr>
            <a:lvl2pPr marL="36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2pPr>
            <a:lvl3pPr marL="54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3pPr>
            <a:lvl4pPr marL="72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4pPr>
            <a:lvl5pPr marL="900000" indent="-180000" algn="l" defTabSz="914400" rtl="0" eaLnBrk="1" latinLnBrk="0" hangingPunct="1">
              <a:lnSpc>
                <a:spcPct val="110000"/>
              </a:lnSpc>
              <a:spcBef>
                <a:spcPts val="400"/>
              </a:spcBef>
              <a:spcAft>
                <a:spcPts val="400"/>
              </a:spcAft>
              <a:buFont typeface="Arial" panose="020B0604020202020204" pitchFamily="34" charset="0"/>
              <a:buChar char="•"/>
              <a:defRPr sz="1600" kern="1200">
                <a:solidFill>
                  <a:schemeClr val="tx1"/>
                </a:solidFill>
                <a:latin typeface="Gadugi" panose="020B0502040204020203" pitchFamily="34" charset="0"/>
                <a:ea typeface="Gadugi" panose="020B0502040204020203"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rPr>
              <a:t>Date : 21.10.2025</a:t>
            </a:r>
          </a:p>
        </p:txBody>
      </p:sp>
    </p:spTree>
    <p:extLst>
      <p:ext uri="{BB962C8B-B14F-4D97-AF65-F5344CB8AC3E}">
        <p14:creationId xmlns:p14="http://schemas.microsoft.com/office/powerpoint/2010/main" val="4148047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ocument 1">
            <a:extLst>
              <a:ext uri="{FF2B5EF4-FFF2-40B4-BE49-F238E27FC236}">
                <a16:creationId xmlns:a16="http://schemas.microsoft.com/office/drawing/2014/main" id="{533A24A7-6D1D-C9BC-6A32-C82D9627CB79}"/>
              </a:ext>
            </a:extLst>
          </p:cNvPr>
          <p:cNvSpPr/>
          <p:nvPr/>
        </p:nvSpPr>
        <p:spPr>
          <a:xfrm>
            <a:off x="2081775" y="490029"/>
            <a:ext cx="1497812" cy="6461377"/>
          </a:xfrm>
          <a:prstGeom prst="flowChartDocumen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 Placeholder 5">
            <a:extLst>
              <a:ext uri="{FF2B5EF4-FFF2-40B4-BE49-F238E27FC236}">
                <a16:creationId xmlns:a16="http://schemas.microsoft.com/office/drawing/2014/main" id="{FC8138E9-07E6-4028-A249-165962DD7356}"/>
              </a:ext>
            </a:extLst>
          </p:cNvPr>
          <p:cNvSpPr txBox="1">
            <a:spLocks/>
          </p:cNvSpPr>
          <p:nvPr/>
        </p:nvSpPr>
        <p:spPr>
          <a:xfrm>
            <a:off x="990600" y="208377"/>
            <a:ext cx="4605338" cy="284162"/>
          </a:xfrm>
          <a:prstGeom prst="rect">
            <a:avLst/>
          </a:prstGeom>
        </p:spPr>
        <p:txBody>
          <a:bodyPr vert="horz" lIns="0" tIns="0" rIns="0" bIns="0" rtlCol="0" anchor="b">
            <a:noAutofit/>
          </a:bodyPr>
          <a:lstStyle>
            <a:lvl1pPr marL="18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2"/>
                </a:solidFill>
                <a:latin typeface="Regola Pro" panose="02000000000000000000" pitchFamily="2" charset="77"/>
                <a:ea typeface="+mn-ea"/>
                <a:cs typeface="Arial" panose="020B0604020202020204" pitchFamily="34" charset="0"/>
              </a:defRPr>
            </a:lvl1pPr>
            <a:lvl2pPr marL="36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2pPr>
            <a:lvl3pPr marL="54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3pPr>
            <a:lvl4pPr marL="72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4pPr>
            <a:lvl5pPr marL="90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APM Initiative Lifecycle and Stage Gates</a:t>
            </a:r>
            <a:endParaRPr lang="en-US" dirty="0"/>
          </a:p>
        </p:txBody>
      </p:sp>
      <p:sp>
        <p:nvSpPr>
          <p:cNvPr id="13" name="Google Shape;303;p21">
            <a:extLst>
              <a:ext uri="{FF2B5EF4-FFF2-40B4-BE49-F238E27FC236}">
                <a16:creationId xmlns:a16="http://schemas.microsoft.com/office/drawing/2014/main" id="{34E4518E-B529-85CF-BF6C-459175562324}"/>
              </a:ext>
            </a:extLst>
          </p:cNvPr>
          <p:cNvSpPr txBox="1"/>
          <p:nvPr/>
        </p:nvSpPr>
        <p:spPr>
          <a:xfrm>
            <a:off x="172727" y="3586157"/>
            <a:ext cx="863495" cy="2387732"/>
          </a:xfrm>
          <a:prstGeom prst="rect">
            <a:avLst/>
          </a:prstGeom>
          <a:solidFill>
            <a:srgbClr val="007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AU" sz="900" b="1" i="1" dirty="0">
                <a:solidFill>
                  <a:srgbClr val="000000"/>
                </a:solidFill>
                <a:latin typeface="Gadugi" panose="020B0502040204020203" pitchFamily="34" charset="0"/>
                <a:ea typeface="Gadugi" panose="020B0502040204020203" pitchFamily="34" charset="0"/>
                <a:cs typeface="Georgia"/>
                <a:sym typeface="Georgia"/>
              </a:rPr>
              <a:t>Deliverables</a:t>
            </a:r>
            <a:endParaRPr sz="9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8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8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r>
              <a:rPr lang="en-AU" sz="700" dirty="0">
                <a:latin typeface="Gadugi" panose="020B0502040204020203" pitchFamily="34" charset="0"/>
                <a:ea typeface="Gadugi" panose="020B0502040204020203" pitchFamily="34" charset="0"/>
                <a:cs typeface="Georgia"/>
                <a:sym typeface="Georgia"/>
              </a:rPr>
              <a:t>🔴 </a:t>
            </a:r>
            <a:r>
              <a:rPr lang="en-AU" sz="700" dirty="0">
                <a:solidFill>
                  <a:srgbClr val="000000"/>
                </a:solidFill>
                <a:latin typeface="Gadugi" panose="020B0502040204020203" pitchFamily="34" charset="0"/>
                <a:ea typeface="Gadugi" panose="020B0502040204020203" pitchFamily="34" charset="0"/>
                <a:cs typeface="Georgia"/>
                <a:sym typeface="Georgia"/>
              </a:rPr>
              <a:t>Mandatory</a:t>
            </a:r>
            <a:endParaRPr sz="700"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700" dirty="0">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r>
              <a:rPr lang="en-AU" sz="700" dirty="0">
                <a:solidFill>
                  <a:srgbClr val="CC0000"/>
                </a:solidFill>
                <a:latin typeface="Gadugi" panose="020B0502040204020203" pitchFamily="34" charset="0"/>
                <a:ea typeface="Gadugi" panose="020B0502040204020203" pitchFamily="34" charset="0"/>
                <a:cs typeface="Georgia"/>
                <a:sym typeface="Georgia"/>
              </a:rPr>
              <a:t>⭘</a:t>
            </a:r>
            <a:r>
              <a:rPr lang="en-AU" sz="700" dirty="0">
                <a:latin typeface="Gadugi" panose="020B0502040204020203" pitchFamily="34" charset="0"/>
                <a:ea typeface="Gadugi" panose="020B0502040204020203" pitchFamily="34" charset="0"/>
                <a:cs typeface="Georgia"/>
                <a:sym typeface="Georgia"/>
              </a:rPr>
              <a:t> </a:t>
            </a:r>
            <a:r>
              <a:rPr lang="en-AU" sz="700" dirty="0">
                <a:solidFill>
                  <a:srgbClr val="000000"/>
                </a:solidFill>
                <a:latin typeface="Gadugi" panose="020B0502040204020203" pitchFamily="34" charset="0"/>
                <a:ea typeface="Gadugi" panose="020B0502040204020203" pitchFamily="34" charset="0"/>
                <a:cs typeface="Georgia"/>
                <a:sym typeface="Georgia"/>
              </a:rPr>
              <a:t>Negotiated</a:t>
            </a:r>
            <a:endParaRPr sz="700"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700" dirty="0">
              <a:latin typeface="Gadugi" panose="020B0502040204020203" pitchFamily="34" charset="0"/>
              <a:ea typeface="Gadugi" panose="020B0502040204020203" pitchFamily="34" charset="0"/>
              <a:cs typeface="Georgia"/>
              <a:sym typeface="Georgia"/>
            </a:endParaRPr>
          </a:p>
          <a:p>
            <a:pPr marL="0" lvl="0" indent="0" algn="l" rtl="0">
              <a:spcBef>
                <a:spcPts val="0"/>
              </a:spcBef>
              <a:spcAft>
                <a:spcPts val="0"/>
              </a:spcAft>
              <a:buClr>
                <a:schemeClr val="dk1"/>
              </a:buClr>
              <a:buSzPts val="1100"/>
              <a:buFont typeface="Arial"/>
              <a:buNone/>
            </a:pPr>
            <a:r>
              <a:rPr lang="en-AU" sz="600" dirty="0">
                <a:solidFill>
                  <a:srgbClr val="CC0000"/>
                </a:solidFill>
                <a:latin typeface="Gadugi" panose="020B0502040204020203" pitchFamily="34" charset="0"/>
                <a:ea typeface="Gadugi" panose="020B0502040204020203" pitchFamily="34" charset="0"/>
                <a:cs typeface="Georgia"/>
                <a:sym typeface="Georgia"/>
              </a:rPr>
              <a:t>❆</a:t>
            </a:r>
            <a:r>
              <a:rPr lang="en-AU" sz="600" dirty="0">
                <a:solidFill>
                  <a:schemeClr val="dk1"/>
                </a:solidFill>
                <a:latin typeface="Gadugi" panose="020B0502040204020203" pitchFamily="34" charset="0"/>
                <a:ea typeface="Gadugi" panose="020B0502040204020203" pitchFamily="34" charset="0"/>
                <a:cs typeface="Georgia"/>
                <a:sym typeface="Georgia"/>
              </a:rPr>
              <a:t>  </a:t>
            </a:r>
            <a:r>
              <a:rPr lang="en-AU" sz="700" dirty="0">
                <a:solidFill>
                  <a:schemeClr val="dk1"/>
                </a:solidFill>
                <a:latin typeface="Gadugi" panose="020B0502040204020203" pitchFamily="34" charset="0"/>
                <a:ea typeface="Gadugi" panose="020B0502040204020203" pitchFamily="34" charset="0"/>
                <a:cs typeface="Georgia"/>
                <a:sym typeface="Georgia"/>
              </a:rPr>
              <a:t>Vendors</a:t>
            </a:r>
          </a:p>
          <a:p>
            <a:pPr marL="0" lvl="0" indent="0" algn="l" rtl="0">
              <a:spcBef>
                <a:spcPts val="0"/>
              </a:spcBef>
              <a:spcAft>
                <a:spcPts val="0"/>
              </a:spcAft>
              <a:buClr>
                <a:schemeClr val="dk1"/>
              </a:buClr>
              <a:buSzPts val="1100"/>
              <a:buFont typeface="Arial"/>
              <a:buNone/>
            </a:pPr>
            <a:endParaRPr sz="700" dirty="0">
              <a:latin typeface="Gadugi" panose="020B0502040204020203" pitchFamily="34" charset="0"/>
              <a:ea typeface="Gadugi" panose="020B0502040204020203" pitchFamily="34" charset="0"/>
              <a:cs typeface="Georgia"/>
              <a:sym typeface="Georgia"/>
            </a:endParaRPr>
          </a:p>
          <a:p>
            <a:pPr marL="84138" marR="0" lvl="0" indent="-39688" algn="l" rtl="0">
              <a:spcBef>
                <a:spcPts val="0"/>
              </a:spcBef>
              <a:spcAft>
                <a:spcPts val="0"/>
              </a:spcAft>
              <a:buClr>
                <a:srgbClr val="002060"/>
              </a:buClr>
              <a:buSzPts val="700"/>
              <a:buFont typeface="Noto Sans Symbols"/>
              <a:buNone/>
            </a:pPr>
            <a:endParaRPr sz="700" dirty="0">
              <a:solidFill>
                <a:srgbClr val="000000"/>
              </a:solidFill>
              <a:latin typeface="Gadugi" panose="020B0502040204020203" pitchFamily="34" charset="0"/>
              <a:ea typeface="Gadugi" panose="020B0502040204020203" pitchFamily="34" charset="0"/>
              <a:cs typeface="Georgia"/>
              <a:sym typeface="Georgia"/>
            </a:endParaRPr>
          </a:p>
          <a:p>
            <a:pPr marL="84138" marR="0" lvl="0" indent="-39688" algn="l" rtl="0">
              <a:spcBef>
                <a:spcPts val="0"/>
              </a:spcBef>
              <a:spcAft>
                <a:spcPts val="0"/>
              </a:spcAft>
              <a:buClr>
                <a:srgbClr val="002060"/>
              </a:buClr>
              <a:buSzPts val="700"/>
              <a:buFont typeface="Noto Sans Symbols"/>
              <a:buNone/>
            </a:pPr>
            <a:endParaRPr sz="700" dirty="0">
              <a:solidFill>
                <a:srgbClr val="000000"/>
              </a:solidFill>
              <a:latin typeface="Gadugi" panose="020B0502040204020203" pitchFamily="34" charset="0"/>
              <a:ea typeface="Gadugi" panose="020B0502040204020203" pitchFamily="34" charset="0"/>
              <a:cs typeface="Georgia"/>
              <a:sym typeface="Georgia"/>
            </a:endParaRPr>
          </a:p>
          <a:p>
            <a:pPr marL="84138" marR="0" lvl="0" indent="-39688" algn="l" rtl="0">
              <a:spcBef>
                <a:spcPts val="0"/>
              </a:spcBef>
              <a:spcAft>
                <a:spcPts val="0"/>
              </a:spcAft>
              <a:buClr>
                <a:srgbClr val="002060"/>
              </a:buClr>
              <a:buSzPts val="700"/>
              <a:buFont typeface="Noto Sans Symbols"/>
              <a:buNone/>
            </a:pPr>
            <a:endParaRPr sz="700" dirty="0">
              <a:solidFill>
                <a:srgbClr val="000000"/>
              </a:solidFill>
              <a:latin typeface="Gadugi" panose="020B0502040204020203" pitchFamily="34" charset="0"/>
              <a:ea typeface="Gadugi" panose="020B0502040204020203" pitchFamily="34" charset="0"/>
              <a:cs typeface="Georgia"/>
              <a:sym typeface="Georgia"/>
            </a:endParaRPr>
          </a:p>
          <a:p>
            <a:pPr marL="84138" marR="0" lvl="0" indent="-39688" algn="l" rtl="0">
              <a:spcBef>
                <a:spcPts val="0"/>
              </a:spcBef>
              <a:spcAft>
                <a:spcPts val="0"/>
              </a:spcAft>
              <a:buClr>
                <a:srgbClr val="002060"/>
              </a:buClr>
              <a:buSzPts val="700"/>
              <a:buFont typeface="Noto Sans Symbols"/>
              <a:buNone/>
            </a:pPr>
            <a:endParaRPr sz="700" b="1" i="1" dirty="0">
              <a:solidFill>
                <a:srgbClr val="000000"/>
              </a:solidFill>
              <a:latin typeface="Gadugi" panose="020B0502040204020203" pitchFamily="34" charset="0"/>
              <a:ea typeface="Gadugi" panose="020B0502040204020203" pitchFamily="34" charset="0"/>
              <a:cs typeface="Georgia"/>
              <a:sym typeface="Georgia"/>
            </a:endParaRPr>
          </a:p>
          <a:p>
            <a:pPr marL="84138" marR="0" lvl="0" indent="-39688" algn="l" rtl="0">
              <a:spcBef>
                <a:spcPts val="0"/>
              </a:spcBef>
              <a:spcAft>
                <a:spcPts val="0"/>
              </a:spcAft>
              <a:buClr>
                <a:srgbClr val="002060"/>
              </a:buClr>
              <a:buSzPts val="700"/>
              <a:buFont typeface="Noto Sans Symbols"/>
              <a:buNone/>
            </a:pPr>
            <a:endParaRPr sz="7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rgbClr val="000000"/>
              </a:solidFill>
              <a:latin typeface="Gadugi" panose="020B0502040204020203" pitchFamily="34" charset="0"/>
              <a:ea typeface="Gadugi" panose="020B0502040204020203" pitchFamily="34" charset="0"/>
              <a:cs typeface="Georgia"/>
              <a:sym typeface="Georgia"/>
            </a:endParaRPr>
          </a:p>
        </p:txBody>
      </p:sp>
      <p:sp>
        <p:nvSpPr>
          <p:cNvPr id="14" name="Google Shape;305;p21">
            <a:extLst>
              <a:ext uri="{FF2B5EF4-FFF2-40B4-BE49-F238E27FC236}">
                <a16:creationId xmlns:a16="http://schemas.microsoft.com/office/drawing/2014/main" id="{BAB22525-79E2-7908-0F0A-213E9364C4EB}"/>
              </a:ext>
            </a:extLst>
          </p:cNvPr>
          <p:cNvSpPr txBox="1"/>
          <p:nvPr/>
        </p:nvSpPr>
        <p:spPr>
          <a:xfrm>
            <a:off x="2184369" y="3529764"/>
            <a:ext cx="1409983" cy="2592616"/>
          </a:xfrm>
          <a:prstGeom prst="rect">
            <a:avLst/>
          </a:prstGeom>
          <a:noFill/>
          <a:ln>
            <a:noFill/>
          </a:ln>
        </p:spPr>
        <p:txBody>
          <a:bodyPr spcFirstLastPara="1" wrap="square" lIns="36000" tIns="45700" rIns="36000" bIns="45700" anchor="t" anchorCtr="0">
            <a:noAutofit/>
          </a:bodyPr>
          <a:lstStyle/>
          <a:p>
            <a:r>
              <a:rPr lang="en-AU" sz="700" dirty="0">
                <a:solidFill>
                  <a:schemeClr val="bg1"/>
                </a:solidFill>
                <a:latin typeface="Gadugi"/>
                <a:ea typeface="Gadugi"/>
                <a:cs typeface="Georgia"/>
                <a:sym typeface="Georgia"/>
              </a:rPr>
              <a:t>🔴  Idea Record (captured in the ITPMO Register)</a:t>
            </a:r>
            <a:endParaRPr sz="700" dirty="0">
              <a:solidFill>
                <a:schemeClr val="bg1"/>
              </a:solidFill>
              <a:latin typeface="Gadugi"/>
              <a:ea typeface="Gadugi"/>
              <a:cs typeface="Georgia"/>
              <a:sym typeface="Georgia"/>
            </a:endParaRPr>
          </a:p>
          <a:p>
            <a:pPr marL="0" lvl="0" indent="0" algn="l" rtl="0">
              <a:spcBef>
                <a:spcPts val="0"/>
              </a:spcBef>
              <a:spcAft>
                <a:spcPts val="0"/>
              </a:spcAft>
              <a:buClr>
                <a:schemeClr val="dk1"/>
              </a:buClr>
              <a:buSzPts val="1100"/>
              <a:buFont typeface="Arial"/>
              <a:buNone/>
            </a:pPr>
            <a:r>
              <a:rPr lang="en-AU" sz="700" dirty="0">
                <a:solidFill>
                  <a:srgbClr val="FF0000"/>
                </a:solidFill>
                <a:latin typeface="Gadugi" panose="020B0502040204020203" pitchFamily="34" charset="0"/>
                <a:ea typeface="Gadugi" panose="020B0502040204020203" pitchFamily="34" charset="0"/>
                <a:cs typeface="Georgia"/>
                <a:sym typeface="Georgia"/>
              </a:rPr>
              <a:t>🔴 </a:t>
            </a:r>
            <a:r>
              <a:rPr lang="en-AU" sz="700" dirty="0">
                <a:solidFill>
                  <a:schemeClr val="bg1"/>
                </a:solidFill>
                <a:latin typeface="Gadugi" panose="020B0502040204020203" pitchFamily="34" charset="0"/>
                <a:ea typeface="Gadugi" panose="020B0502040204020203" pitchFamily="34" charset="0"/>
                <a:cs typeface="Georgia"/>
                <a:sym typeface="Georgia"/>
              </a:rPr>
              <a:t>POAP / Concept Brief incl. cost estimates (CAPEX/OPEX/RFI /ROI), architecture input, security risks*, resourcing forecast prepared. Endorsed by the Sponsor to present to EPMO Board.</a:t>
            </a:r>
          </a:p>
          <a:p>
            <a:pPr>
              <a:buClr>
                <a:schemeClr val="dk1"/>
              </a:buClr>
              <a:buSzPts val="1100"/>
            </a:pPr>
            <a:r>
              <a:rPr lang="en-AU" sz="700" dirty="0">
                <a:solidFill>
                  <a:schemeClr val="bg1"/>
                </a:solidFill>
                <a:latin typeface="Gadugi" panose="020B0502040204020203" pitchFamily="34" charset="0"/>
                <a:ea typeface="Gadugi" panose="020B0502040204020203" pitchFamily="34" charset="0"/>
                <a:cs typeface="Georgia"/>
                <a:sym typeface="Georgia"/>
              </a:rPr>
              <a:t>🔴  EPMO Initiative Form submitted.</a:t>
            </a:r>
          </a:p>
          <a:p>
            <a:pPr>
              <a:buClr>
                <a:schemeClr val="dk1"/>
              </a:buClr>
              <a:buSzPts val="1100"/>
            </a:pPr>
            <a:r>
              <a:rPr lang="en-AU" sz="700" dirty="0">
                <a:latin typeface="Gadugi" panose="020B0502040204020203" pitchFamily="34" charset="0"/>
                <a:ea typeface="Gadugi" panose="020B0502040204020203" pitchFamily="34" charset="0"/>
                <a:cs typeface="Georgia"/>
                <a:sym typeface="Georgia"/>
              </a:rPr>
              <a:t>🔴</a:t>
            </a:r>
            <a:r>
              <a:rPr lang="en-AU" sz="700" dirty="0">
                <a:solidFill>
                  <a:schemeClr val="bg1"/>
                </a:solidFill>
                <a:latin typeface="Gadugi" panose="020B0502040204020203" pitchFamily="34" charset="0"/>
                <a:ea typeface="Gadugi" panose="020B0502040204020203" pitchFamily="34" charset="0"/>
                <a:cs typeface="Georgia"/>
                <a:sym typeface="Georgia"/>
              </a:rPr>
              <a:t>  Privacy Impact Assessment *</a:t>
            </a:r>
          </a:p>
          <a:p>
            <a:pPr>
              <a:buClr>
                <a:schemeClr val="dk1"/>
              </a:buClr>
              <a:buSzPts val="1100"/>
            </a:pPr>
            <a:endParaRPr lang="en-AU" sz="700" dirty="0">
              <a:solidFill>
                <a:schemeClr val="bg1"/>
              </a:solidFill>
              <a:latin typeface="Gadugi" panose="020B0502040204020203" pitchFamily="34" charset="0"/>
              <a:ea typeface="Gadugi" panose="020B0502040204020203" pitchFamily="34" charset="0"/>
              <a:cs typeface="Georgia"/>
              <a:sym typeface="Georgia"/>
            </a:endParaRPr>
          </a:p>
          <a:p>
            <a:pPr marL="0" lvl="0" indent="0" algn="l" rtl="0">
              <a:spcBef>
                <a:spcPts val="0"/>
              </a:spcBef>
              <a:spcAft>
                <a:spcPts val="0"/>
              </a:spcAft>
              <a:buClr>
                <a:schemeClr val="dk1"/>
              </a:buClr>
              <a:buSzPts val="1100"/>
              <a:buFont typeface="Arial"/>
              <a:buNone/>
            </a:pPr>
            <a:endParaRPr sz="700" dirty="0">
              <a:solidFill>
                <a:schemeClr val="bg1"/>
              </a:solidFill>
              <a:latin typeface="Gadugi" panose="020B0502040204020203" pitchFamily="34" charset="0"/>
              <a:ea typeface="Gadugi" panose="020B0502040204020203" pitchFamily="34" charset="0"/>
              <a:cs typeface="Georgia"/>
              <a:sym typeface="Georgia"/>
            </a:endParaRPr>
          </a:p>
          <a:p>
            <a:pPr marL="0" lvl="0" indent="0" algn="l" rtl="0">
              <a:spcBef>
                <a:spcPts val="0"/>
              </a:spcBef>
              <a:spcAft>
                <a:spcPts val="0"/>
              </a:spcAft>
              <a:buClr>
                <a:schemeClr val="dk1"/>
              </a:buClr>
              <a:buSzPts val="1100"/>
              <a:buFont typeface="Arial"/>
              <a:buNone/>
            </a:pPr>
            <a:r>
              <a:rPr lang="en-AU" sz="700" b="1" dirty="0">
                <a:solidFill>
                  <a:schemeClr val="bg1"/>
                </a:solidFill>
                <a:latin typeface="Gadugi" panose="020B0502040204020203" pitchFamily="34" charset="0"/>
                <a:ea typeface="Gadugi" panose="020B0502040204020203" pitchFamily="34" charset="0"/>
                <a:cs typeface="Georgia"/>
                <a:sym typeface="Georgia"/>
              </a:rPr>
              <a:t>Idea to Project Conversion:</a:t>
            </a:r>
          </a:p>
          <a:p>
            <a:pPr>
              <a:buClr>
                <a:schemeClr val="dk1"/>
              </a:buClr>
              <a:buSzPts val="1100"/>
            </a:pPr>
            <a:r>
              <a:rPr lang="en-AU" sz="700" dirty="0">
                <a:solidFill>
                  <a:schemeClr val="bg1"/>
                </a:solidFill>
                <a:latin typeface="Gadugi" panose="020B0502040204020203" pitchFamily="34" charset="0"/>
                <a:ea typeface="Gadugi" panose="020B0502040204020203" pitchFamily="34" charset="0"/>
                <a:cs typeface="Georgia"/>
                <a:sym typeface="Georgia"/>
              </a:rPr>
              <a:t>🔴 EPMO Endorsement </a:t>
            </a:r>
          </a:p>
          <a:p>
            <a:pPr marL="0" lvl="0" indent="0" algn="l" rtl="0">
              <a:spcBef>
                <a:spcPts val="0"/>
              </a:spcBef>
              <a:spcAft>
                <a:spcPts val="0"/>
              </a:spcAft>
              <a:buClr>
                <a:schemeClr val="dk1"/>
              </a:buClr>
              <a:buSzPts val="1100"/>
              <a:buFont typeface="Arial"/>
              <a:buNone/>
            </a:pPr>
            <a:r>
              <a:rPr lang="en-AU" sz="700" dirty="0">
                <a:solidFill>
                  <a:schemeClr val="bg1"/>
                </a:solidFill>
                <a:latin typeface="Gadugi" panose="020B0502040204020203" pitchFamily="34" charset="0"/>
                <a:ea typeface="Gadugi" panose="020B0502040204020203" pitchFamily="34" charset="0"/>
                <a:cs typeface="Georgia"/>
                <a:sym typeface="Georgia"/>
              </a:rPr>
              <a:t>🔴 Proposal Code created</a:t>
            </a:r>
          </a:p>
          <a:p>
            <a:pPr>
              <a:buClr>
                <a:schemeClr val="dk1"/>
              </a:buClr>
              <a:buSzPts val="1100"/>
            </a:pPr>
            <a:r>
              <a:rPr lang="en-AU" sz="700" dirty="0">
                <a:solidFill>
                  <a:schemeClr val="bg1"/>
                </a:solidFill>
                <a:latin typeface="Gadugi" panose="020B0502040204020203" pitchFamily="34" charset="0"/>
                <a:ea typeface="Gadugi" panose="020B0502040204020203" pitchFamily="34" charset="0"/>
                <a:cs typeface="Georgia"/>
                <a:sym typeface="Georgia"/>
              </a:rPr>
              <a:t>🔴 Security Task  Code created</a:t>
            </a:r>
            <a:endParaRPr sz="700" dirty="0">
              <a:solidFill>
                <a:schemeClr val="bg1"/>
              </a:solidFill>
              <a:latin typeface="Gadugi" panose="020B0502040204020203" pitchFamily="34" charset="0"/>
              <a:ea typeface="Gadugi" panose="020B0502040204020203" pitchFamily="34" charset="0"/>
              <a:cs typeface="Georgia"/>
              <a:sym typeface="Georgia"/>
            </a:endParaRPr>
          </a:p>
          <a:p>
            <a:pPr marL="0" lvl="0" indent="0" algn="l" rtl="0">
              <a:spcBef>
                <a:spcPts val="0"/>
              </a:spcBef>
              <a:spcAft>
                <a:spcPts val="0"/>
              </a:spcAft>
              <a:buClr>
                <a:schemeClr val="dk1"/>
              </a:buClr>
              <a:buSzPts val="1100"/>
              <a:buFont typeface="Arial"/>
              <a:buNone/>
            </a:pPr>
            <a:r>
              <a:rPr lang="en-AU" sz="700" dirty="0">
                <a:solidFill>
                  <a:schemeClr val="bg1"/>
                </a:solidFill>
                <a:latin typeface="Gadugi" panose="020B0502040204020203" pitchFamily="34" charset="0"/>
                <a:ea typeface="Gadugi" panose="020B0502040204020203" pitchFamily="34" charset="0"/>
                <a:cs typeface="Georgia"/>
                <a:sym typeface="Georgia"/>
              </a:rPr>
              <a:t>🔴 Project Collateral link created</a:t>
            </a:r>
            <a:endParaRPr sz="700" dirty="0">
              <a:solidFill>
                <a:schemeClr val="bg1"/>
              </a:solidFill>
              <a:latin typeface="Gadugi" panose="020B0502040204020203" pitchFamily="34" charset="0"/>
              <a:ea typeface="Gadugi" panose="020B0502040204020203" pitchFamily="34" charset="0"/>
              <a:cs typeface="Georgia"/>
              <a:sym typeface="Georgia"/>
            </a:endParaRPr>
          </a:p>
          <a:p>
            <a:pPr marL="0" lvl="0" indent="0" algn="l" rtl="0">
              <a:spcBef>
                <a:spcPts val="0"/>
              </a:spcBef>
              <a:spcAft>
                <a:spcPts val="0"/>
              </a:spcAft>
              <a:buClr>
                <a:schemeClr val="dk1"/>
              </a:buClr>
              <a:buSzPts val="1100"/>
              <a:buFont typeface="Arial"/>
              <a:buNone/>
            </a:pPr>
            <a:r>
              <a:rPr lang="en-AU" sz="700" dirty="0">
                <a:solidFill>
                  <a:schemeClr val="bg1"/>
                </a:solidFill>
                <a:latin typeface="Gadugi" panose="020B0502040204020203" pitchFamily="34" charset="0"/>
                <a:ea typeface="Gadugi" panose="020B0502040204020203" pitchFamily="34" charset="0"/>
                <a:cs typeface="Georgia"/>
                <a:sym typeface="Georgia"/>
              </a:rPr>
              <a:t>🔴 Project Leadership Reports updated</a:t>
            </a:r>
          </a:p>
          <a:p>
            <a:pPr>
              <a:buClr>
                <a:schemeClr val="dk1"/>
              </a:buClr>
              <a:buSzPts val="1100"/>
            </a:pPr>
            <a:r>
              <a:rPr lang="fr-FR" sz="600" dirty="0">
                <a:solidFill>
                  <a:srgbClr val="FF0000"/>
                </a:solidFill>
                <a:latin typeface="Gadugi" panose="020B0502040204020203" pitchFamily="34" charset="0"/>
                <a:ea typeface="Gadugi" panose="020B0502040204020203" pitchFamily="34" charset="0"/>
                <a:cs typeface="Georgia"/>
                <a:sym typeface="Georgia"/>
              </a:rPr>
              <a:t>❆</a:t>
            </a:r>
            <a:r>
              <a:rPr lang="fr-FR" sz="600" dirty="0">
                <a:latin typeface="Gadugi" panose="020B0502040204020203" pitchFamily="34" charset="0"/>
                <a:ea typeface="Gadugi" panose="020B0502040204020203" pitchFamily="34" charset="0"/>
                <a:cs typeface="Georgia"/>
                <a:sym typeface="Georgia"/>
              </a:rPr>
              <a:t>  </a:t>
            </a:r>
            <a:r>
              <a:rPr lang="fr-FR" sz="700" dirty="0" err="1">
                <a:solidFill>
                  <a:schemeClr val="bg1"/>
                </a:solidFill>
                <a:latin typeface="Gadugi" panose="020B0502040204020203" pitchFamily="34" charset="0"/>
                <a:ea typeface="Gadugi" panose="020B0502040204020203" pitchFamily="34" charset="0"/>
                <a:cs typeface="Georgia"/>
                <a:sym typeface="Georgia"/>
              </a:rPr>
              <a:t>Vendor</a:t>
            </a:r>
            <a:r>
              <a:rPr lang="fr-FR" sz="700" dirty="0">
                <a:solidFill>
                  <a:schemeClr val="bg1"/>
                </a:solidFill>
                <a:latin typeface="Gadugi" panose="020B0502040204020203" pitchFamily="34" charset="0"/>
                <a:ea typeface="Gadugi" panose="020B0502040204020203" pitchFamily="34" charset="0"/>
                <a:cs typeface="Georgia"/>
                <a:sym typeface="Georgia"/>
              </a:rPr>
              <a:t> </a:t>
            </a:r>
            <a:r>
              <a:rPr lang="fr-FR" sz="700" dirty="0" err="1">
                <a:solidFill>
                  <a:schemeClr val="bg1"/>
                </a:solidFill>
                <a:latin typeface="Gadugi" panose="020B0502040204020203" pitchFamily="34" charset="0"/>
                <a:ea typeface="Gadugi" panose="020B0502040204020203" pitchFamily="34" charset="0"/>
                <a:cs typeface="Georgia"/>
                <a:sym typeface="Georgia"/>
              </a:rPr>
              <a:t>Assessment</a:t>
            </a:r>
            <a:r>
              <a:rPr lang="fr-FR" sz="700" dirty="0">
                <a:solidFill>
                  <a:schemeClr val="bg1"/>
                </a:solidFill>
                <a:latin typeface="Gadugi" panose="020B0502040204020203" pitchFamily="34" charset="0"/>
                <a:ea typeface="Gadugi" panose="020B0502040204020203" pitchFamily="34" charset="0"/>
                <a:cs typeface="Georgia"/>
                <a:sym typeface="Georgia"/>
              </a:rPr>
              <a:t> Questionnaire RFI *</a:t>
            </a:r>
            <a:endParaRPr lang="fr-FR" sz="700" dirty="0">
              <a:solidFill>
                <a:schemeClr val="bg1"/>
              </a:solidFill>
              <a:latin typeface="Gadugi" panose="020B0502040204020203" pitchFamily="34" charset="0"/>
              <a:ea typeface="Gadugi" panose="020B0502040204020203" pitchFamily="34" charset="0"/>
            </a:endParaRPr>
          </a:p>
          <a:p>
            <a:pPr marL="0" lvl="0" indent="0" algn="l" rtl="0">
              <a:spcBef>
                <a:spcPts val="0"/>
              </a:spcBef>
              <a:spcAft>
                <a:spcPts val="0"/>
              </a:spcAft>
              <a:buClr>
                <a:schemeClr val="dk1"/>
              </a:buClr>
              <a:buSzPts val="1100"/>
              <a:buFont typeface="Arial"/>
              <a:buNone/>
            </a:pPr>
            <a:endParaRPr lang="en-AU" sz="700" dirty="0">
              <a:solidFill>
                <a:schemeClr val="bg1"/>
              </a:solidFill>
              <a:latin typeface="Gadugi" panose="020B0502040204020203" pitchFamily="34" charset="0"/>
              <a:ea typeface="Gadugi" panose="020B0502040204020203" pitchFamily="34" charset="0"/>
              <a:cs typeface="Georgia"/>
              <a:sym typeface="Georgia"/>
            </a:endParaRPr>
          </a:p>
          <a:p>
            <a:pPr marL="0" lvl="0" indent="0" algn="l" rtl="0">
              <a:spcBef>
                <a:spcPts val="0"/>
              </a:spcBef>
              <a:spcAft>
                <a:spcPts val="0"/>
              </a:spcAft>
              <a:buClr>
                <a:schemeClr val="dk1"/>
              </a:buClr>
              <a:buSzPts val="1100"/>
              <a:buFont typeface="Arial"/>
              <a:buNone/>
            </a:pPr>
            <a:endParaRPr sz="700" dirty="0">
              <a:solidFill>
                <a:schemeClr val="bg1"/>
              </a:solidFill>
              <a:latin typeface="Gadugi" panose="020B0502040204020203" pitchFamily="34" charset="0"/>
              <a:ea typeface="Gadugi" panose="020B0502040204020203" pitchFamily="34" charset="0"/>
              <a:cs typeface="Georgia"/>
              <a:sym typeface="Georgia"/>
            </a:endParaRPr>
          </a:p>
        </p:txBody>
      </p:sp>
      <p:sp>
        <p:nvSpPr>
          <p:cNvPr id="16" name="Google Shape;307;p21">
            <a:extLst>
              <a:ext uri="{FF2B5EF4-FFF2-40B4-BE49-F238E27FC236}">
                <a16:creationId xmlns:a16="http://schemas.microsoft.com/office/drawing/2014/main" id="{6513032B-7C87-2C73-D944-4A3F9B030A18}"/>
              </a:ext>
            </a:extLst>
          </p:cNvPr>
          <p:cNvSpPr txBox="1"/>
          <p:nvPr/>
        </p:nvSpPr>
        <p:spPr>
          <a:xfrm>
            <a:off x="6386424" y="4338368"/>
            <a:ext cx="1270200" cy="1164300"/>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endParaRPr>
              <a:latin typeface="Gadugi" panose="020B0502040204020203" pitchFamily="34" charset="0"/>
              <a:ea typeface="Gadugi" panose="020B0502040204020203" pitchFamily="34" charset="0"/>
            </a:endParaRPr>
          </a:p>
        </p:txBody>
      </p:sp>
      <p:sp>
        <p:nvSpPr>
          <p:cNvPr id="18" name="Google Shape;309;p21">
            <a:extLst>
              <a:ext uri="{FF2B5EF4-FFF2-40B4-BE49-F238E27FC236}">
                <a16:creationId xmlns:a16="http://schemas.microsoft.com/office/drawing/2014/main" id="{BF9D4131-6BB9-920A-9820-7718F7F1547B}"/>
              </a:ext>
            </a:extLst>
          </p:cNvPr>
          <p:cNvSpPr txBox="1"/>
          <p:nvPr/>
        </p:nvSpPr>
        <p:spPr>
          <a:xfrm>
            <a:off x="9584236" y="3484363"/>
            <a:ext cx="1188001" cy="1441067"/>
          </a:xfrm>
          <a:prstGeom prst="rect">
            <a:avLst/>
          </a:prstGeom>
          <a:noFill/>
          <a:ln>
            <a:noFill/>
          </a:ln>
        </p:spPr>
        <p:txBody>
          <a:bodyPr spcFirstLastPara="1" wrap="square" lIns="36000" tIns="45700" rIns="36000" bIns="45700" anchor="t" anchorCtr="0">
            <a:noAutofit/>
          </a:bodyPr>
          <a:lstStyle/>
          <a:p>
            <a:r>
              <a:rPr lang="en-AU" sz="700">
                <a:latin typeface="Gadugi" panose="020B0502040204020203" pitchFamily="34" charset="0"/>
                <a:ea typeface="Gadugi" panose="020B0502040204020203" pitchFamily="34" charset="0"/>
                <a:cs typeface="Georgia"/>
                <a:sym typeface="Georgia"/>
              </a:rPr>
              <a:t>🔴  Security Assurance * Validation / Pentest (Int/Ext)</a:t>
            </a:r>
          </a:p>
          <a:p>
            <a:pPr marL="0" lvl="0" indent="0" algn="l" rtl="0">
              <a:spcBef>
                <a:spcPts val="200"/>
              </a:spcBef>
              <a:spcAft>
                <a:spcPts val="0"/>
              </a:spcAft>
              <a:buClr>
                <a:schemeClr val="dk1"/>
              </a:buClr>
              <a:buSzPts val="1100"/>
              <a:buFont typeface="Arial"/>
              <a:buNone/>
            </a:pPr>
            <a:r>
              <a:rPr lang="en-AU" sz="700">
                <a:solidFill>
                  <a:srgbClr val="FF0000"/>
                </a:solidFill>
                <a:latin typeface="Gadugi" panose="020B0502040204020203" pitchFamily="34" charset="0"/>
                <a:ea typeface="Gadugi" panose="020B0502040204020203" pitchFamily="34" charset="0"/>
                <a:cs typeface="Georgia"/>
                <a:sym typeface="Georgia"/>
              </a:rPr>
              <a:t>⭘</a:t>
            </a:r>
            <a:r>
              <a:rPr lang="en-AU" sz="700">
                <a:latin typeface="Gadugi" panose="020B0502040204020203" pitchFamily="34" charset="0"/>
                <a:ea typeface="Gadugi" panose="020B0502040204020203" pitchFamily="34" charset="0"/>
                <a:cs typeface="Georgia"/>
                <a:sym typeface="Georgia"/>
              </a:rPr>
              <a:t> Operations Support Manual(s)</a:t>
            </a:r>
            <a:endParaRPr sz="700">
              <a:latin typeface="Gadugi" panose="020B0502040204020203" pitchFamily="34" charset="0"/>
              <a:ea typeface="Gadugi" panose="020B0502040204020203" pitchFamily="34" charset="0"/>
              <a:cs typeface="Georgia"/>
              <a:sym typeface="Georgia"/>
            </a:endParaRPr>
          </a:p>
          <a:p>
            <a:pPr marL="0" marR="0" lvl="0" indent="0" algn="l" rtl="0">
              <a:spcBef>
                <a:spcPts val="200"/>
              </a:spcBef>
              <a:spcAft>
                <a:spcPts val="0"/>
              </a:spcAft>
              <a:buNone/>
            </a:pPr>
            <a:endParaRPr sz="700">
              <a:solidFill>
                <a:srgbClr val="000000"/>
              </a:solidFill>
              <a:latin typeface="Gadugi" panose="020B0502040204020203" pitchFamily="34" charset="0"/>
              <a:ea typeface="Gadugi" panose="020B0502040204020203" pitchFamily="34" charset="0"/>
              <a:cs typeface="Georgia"/>
              <a:sym typeface="Georgia"/>
            </a:endParaRPr>
          </a:p>
        </p:txBody>
      </p:sp>
      <p:sp>
        <p:nvSpPr>
          <p:cNvPr id="19" name="Google Shape;310;p21">
            <a:extLst>
              <a:ext uri="{FF2B5EF4-FFF2-40B4-BE49-F238E27FC236}">
                <a16:creationId xmlns:a16="http://schemas.microsoft.com/office/drawing/2014/main" id="{99FDD530-7BB2-90FE-B618-345B395AB6BD}"/>
              </a:ext>
            </a:extLst>
          </p:cNvPr>
          <p:cNvSpPr txBox="1"/>
          <p:nvPr/>
        </p:nvSpPr>
        <p:spPr>
          <a:xfrm>
            <a:off x="10854251" y="3478001"/>
            <a:ext cx="1168209" cy="1046670"/>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r>
              <a:rPr lang="en-AU" sz="700">
                <a:latin typeface="Gadugi" panose="020B0502040204020203" pitchFamily="34" charset="0"/>
                <a:ea typeface="Gadugi" panose="020B0502040204020203" pitchFamily="34" charset="0"/>
                <a:cs typeface="Georgia"/>
                <a:sym typeface="Georgia"/>
              </a:rPr>
              <a:t>🔴 Project Closure Report *</a:t>
            </a:r>
          </a:p>
          <a:p>
            <a:pPr marL="0" marR="0" lvl="0" indent="0" algn="l" rtl="0">
              <a:spcBef>
                <a:spcPts val="0"/>
              </a:spcBef>
              <a:spcAft>
                <a:spcPts val="0"/>
              </a:spcAft>
              <a:buNone/>
            </a:pPr>
            <a:r>
              <a:rPr lang="en-AU" sz="700">
                <a:solidFill>
                  <a:srgbClr val="FF0000"/>
                </a:solidFill>
                <a:latin typeface="Gadugi" panose="020B0502040204020203" pitchFamily="34" charset="0"/>
                <a:ea typeface="Gadugi" panose="020B0502040204020203" pitchFamily="34" charset="0"/>
                <a:cs typeface="Georgia"/>
                <a:sym typeface="Georgia"/>
              </a:rPr>
              <a:t>⭘</a:t>
            </a:r>
            <a:r>
              <a:rPr lang="en-AU" sz="700">
                <a:latin typeface="Gadugi" panose="020B0502040204020203" pitchFamily="34" charset="0"/>
                <a:ea typeface="Gadugi" panose="020B0502040204020203" pitchFamily="34" charset="0"/>
                <a:cs typeface="Georgia"/>
                <a:sym typeface="Georgia"/>
              </a:rPr>
              <a:t> Post Implementation Review / Benefits Realisation</a:t>
            </a:r>
            <a:endParaRPr sz="700">
              <a:latin typeface="Gadugi" panose="020B0502040204020203" pitchFamily="34" charset="0"/>
              <a:ea typeface="Gadugi" panose="020B0502040204020203" pitchFamily="34" charset="0"/>
              <a:cs typeface="Georgia"/>
              <a:sym typeface="Georgia"/>
            </a:endParaRPr>
          </a:p>
        </p:txBody>
      </p:sp>
      <p:sp>
        <p:nvSpPr>
          <p:cNvPr id="21" name="Google Shape;312;p21">
            <a:extLst>
              <a:ext uri="{FF2B5EF4-FFF2-40B4-BE49-F238E27FC236}">
                <a16:creationId xmlns:a16="http://schemas.microsoft.com/office/drawing/2014/main" id="{BB1A842F-181A-BAFC-01A0-80DD4F2E7CB0}"/>
              </a:ext>
            </a:extLst>
          </p:cNvPr>
          <p:cNvSpPr txBox="1"/>
          <p:nvPr/>
        </p:nvSpPr>
        <p:spPr>
          <a:xfrm>
            <a:off x="172727" y="1839861"/>
            <a:ext cx="863236" cy="1446653"/>
          </a:xfrm>
          <a:prstGeom prst="rect">
            <a:avLst/>
          </a:prstGeom>
          <a:solidFill>
            <a:srgbClr val="0070C0"/>
          </a:solidFill>
          <a:ln>
            <a:noFill/>
          </a:ln>
        </p:spPr>
        <p:txBody>
          <a:bodyPr spcFirstLastPara="1" wrap="square" lIns="91425" tIns="45700" rIns="91425" bIns="45700" anchor="t" anchorCtr="0">
            <a:noAutofit/>
          </a:bodyPr>
          <a:lstStyle/>
          <a:p>
            <a:endParaRPr lang="en-AU" sz="900" b="1" dirty="0">
              <a:solidFill>
                <a:schemeClr val="dk1"/>
              </a:solidFill>
              <a:latin typeface="Gadugi"/>
              <a:ea typeface="Gadugi"/>
              <a:cs typeface="Georgia"/>
              <a:sym typeface="Georgia"/>
            </a:endParaRPr>
          </a:p>
          <a:p>
            <a:pPr marL="0" marR="0" lvl="0" indent="0" algn="l">
              <a:spcBef>
                <a:spcPts val="0"/>
              </a:spcBef>
              <a:spcAft>
                <a:spcPts val="0"/>
              </a:spcAft>
              <a:buNone/>
            </a:pPr>
            <a:r>
              <a:rPr lang="en-AU" sz="1000" b="1" dirty="0">
                <a:solidFill>
                  <a:schemeClr val="dk1"/>
                </a:solidFill>
                <a:latin typeface="Gadugi"/>
                <a:ea typeface="Gadugi"/>
                <a:cs typeface="Georgia"/>
                <a:sym typeface="Georgia"/>
              </a:rPr>
              <a:t>SUMMARY</a:t>
            </a:r>
            <a:endParaRPr lang="en-AU" sz="1000" b="1" dirty="0">
              <a:solidFill>
                <a:schemeClr val="dk1"/>
              </a:solidFill>
              <a:latin typeface="Gadugi" panose="020B0502040204020203" pitchFamily="34" charset="0"/>
              <a:ea typeface="Gadugi" panose="020B0502040204020203" pitchFamily="34" charset="0"/>
              <a:cs typeface="Georgia"/>
            </a:endParaRPr>
          </a:p>
          <a:p>
            <a:pPr marL="0" marR="0" lvl="0" indent="0" algn="l" rtl="0">
              <a:spcBef>
                <a:spcPts val="0"/>
              </a:spcBef>
              <a:spcAft>
                <a:spcPts val="0"/>
              </a:spcAft>
              <a:buNone/>
            </a:pPr>
            <a:endParaRPr lang="en-AU" sz="900" b="1" i="1" dirty="0">
              <a:solidFill>
                <a:schemeClr val="dk1"/>
              </a:solidFill>
              <a:latin typeface="Gadugi" panose="020B0502040204020203" pitchFamily="34" charset="0"/>
              <a:ea typeface="Gadugi" panose="020B0502040204020203" pitchFamily="34" charset="0"/>
              <a:sym typeface="Georgia"/>
            </a:endParaRPr>
          </a:p>
          <a:p>
            <a:pPr marL="0" marR="0" lvl="0" indent="0" algn="ctr" rtl="0">
              <a:spcBef>
                <a:spcPts val="0"/>
              </a:spcBef>
              <a:spcAft>
                <a:spcPts val="0"/>
              </a:spcAft>
              <a:buNone/>
            </a:pPr>
            <a:r>
              <a:rPr lang="en-AU" sz="1000" b="1" dirty="0">
                <a:solidFill>
                  <a:schemeClr val="dk1"/>
                </a:solidFill>
                <a:latin typeface="Gadugi" panose="020B0502040204020203" pitchFamily="34" charset="0"/>
                <a:ea typeface="Gadugi" panose="020B0502040204020203" pitchFamily="34" charset="0"/>
                <a:sym typeface="Georgia"/>
              </a:rPr>
              <a:t>Determine</a:t>
            </a:r>
          </a:p>
          <a:p>
            <a:pPr marL="0" marR="0" lvl="0" indent="0" algn="ctr" rtl="0">
              <a:spcBef>
                <a:spcPts val="0"/>
              </a:spcBef>
              <a:spcAft>
                <a:spcPts val="0"/>
              </a:spcAft>
              <a:buNone/>
            </a:pPr>
            <a:r>
              <a:rPr lang="en-AU" sz="1000" b="1" dirty="0">
                <a:solidFill>
                  <a:schemeClr val="dk1"/>
                </a:solidFill>
                <a:latin typeface="Gadugi" panose="020B0502040204020203" pitchFamily="34" charset="0"/>
                <a:ea typeface="Gadugi" panose="020B0502040204020203" pitchFamily="34" charset="0"/>
                <a:sym typeface="Georgia"/>
              </a:rPr>
              <a:t>&amp;</a:t>
            </a:r>
          </a:p>
          <a:p>
            <a:pPr marL="0" marR="0" lvl="0" indent="0" algn="ctr" rtl="0">
              <a:spcBef>
                <a:spcPts val="0"/>
              </a:spcBef>
              <a:spcAft>
                <a:spcPts val="0"/>
              </a:spcAft>
              <a:buNone/>
            </a:pPr>
            <a:r>
              <a:rPr lang="en-AU" sz="1000" b="1" dirty="0">
                <a:solidFill>
                  <a:schemeClr val="dk1"/>
                </a:solidFill>
                <a:latin typeface="Gadugi" panose="020B0502040204020203" pitchFamily="34" charset="0"/>
                <a:ea typeface="Gadugi" panose="020B0502040204020203" pitchFamily="34" charset="0"/>
                <a:sym typeface="Georgia"/>
              </a:rPr>
              <a:t>Deliver</a:t>
            </a:r>
          </a:p>
          <a:p>
            <a:pPr marL="0" marR="0" lvl="0" indent="0" algn="ctr" rtl="0">
              <a:spcBef>
                <a:spcPts val="0"/>
              </a:spcBef>
              <a:spcAft>
                <a:spcPts val="0"/>
              </a:spcAft>
              <a:buNone/>
            </a:pPr>
            <a:r>
              <a:rPr lang="en-AU" sz="1000" b="1" dirty="0">
                <a:solidFill>
                  <a:schemeClr val="dk1"/>
                </a:solidFill>
                <a:latin typeface="Gadugi" panose="020B0502040204020203" pitchFamily="34" charset="0"/>
                <a:ea typeface="Gadugi" panose="020B0502040204020203" pitchFamily="34" charset="0"/>
                <a:sym typeface="Georgia"/>
              </a:rPr>
              <a:t>Phases </a:t>
            </a:r>
            <a:endParaRPr sz="1000" dirty="0">
              <a:latin typeface="Gadugi" panose="020B0502040204020203" pitchFamily="34" charset="0"/>
              <a:ea typeface="Gadugi" panose="020B0502040204020203" pitchFamily="34" charset="0"/>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pPr marL="0" marR="0" lvl="0" indent="0" algn="l" rtl="0">
              <a:spcBef>
                <a:spcPts val="0"/>
              </a:spcBef>
              <a:spcAft>
                <a:spcPts val="0"/>
              </a:spcAft>
              <a:buNone/>
            </a:pPr>
            <a:endParaRPr sz="900" b="1" i="1" dirty="0">
              <a:solidFill>
                <a:schemeClr val="dk1"/>
              </a:solidFill>
              <a:latin typeface="Gadugi" panose="020B0502040204020203" pitchFamily="34" charset="0"/>
              <a:ea typeface="Gadugi" panose="020B0502040204020203" pitchFamily="34" charset="0"/>
              <a:cs typeface="Georgia"/>
              <a:sym typeface="Georgia"/>
            </a:endParaRPr>
          </a:p>
          <a:p>
            <a:endParaRPr lang="en-US" sz="900" b="1" i="1" dirty="0">
              <a:solidFill>
                <a:schemeClr val="dk1"/>
              </a:solidFill>
              <a:latin typeface="Gadugi" panose="020B0502040204020203" pitchFamily="34" charset="0"/>
              <a:ea typeface="Gadugi" panose="020B0502040204020203" pitchFamily="34" charset="0"/>
              <a:cs typeface="Georgia"/>
            </a:endParaRPr>
          </a:p>
          <a:p>
            <a:endParaRPr lang="en-US" sz="900" b="1" i="1" dirty="0">
              <a:solidFill>
                <a:schemeClr val="dk1"/>
              </a:solidFill>
              <a:latin typeface="Gadugi" panose="020B0502040204020203" pitchFamily="34" charset="0"/>
              <a:ea typeface="Gadugi" panose="020B0502040204020203" pitchFamily="34" charset="0"/>
              <a:cs typeface="Georgia"/>
            </a:endParaRPr>
          </a:p>
        </p:txBody>
      </p:sp>
      <p:sp>
        <p:nvSpPr>
          <p:cNvPr id="22" name="Google Shape;313;p21">
            <a:extLst>
              <a:ext uri="{FF2B5EF4-FFF2-40B4-BE49-F238E27FC236}">
                <a16:creationId xmlns:a16="http://schemas.microsoft.com/office/drawing/2014/main" id="{9C550300-A1E8-76E1-F211-0D84E2E28F70}"/>
              </a:ext>
            </a:extLst>
          </p:cNvPr>
          <p:cNvSpPr txBox="1"/>
          <p:nvPr/>
        </p:nvSpPr>
        <p:spPr>
          <a:xfrm>
            <a:off x="2238859" y="1966849"/>
            <a:ext cx="1295006" cy="1621558"/>
          </a:xfrm>
          <a:prstGeom prst="rect">
            <a:avLst/>
          </a:prstGeom>
          <a:noFill/>
          <a:ln>
            <a:noFill/>
          </a:ln>
        </p:spPr>
        <p:txBody>
          <a:bodyPr spcFirstLastPara="1" wrap="square" lIns="36000" tIns="45700" rIns="36000" bIns="45700" anchor="t" anchorCtr="0">
            <a:noAutofit/>
          </a:bodyPr>
          <a:lstStyle/>
          <a:p>
            <a:r>
              <a:rPr lang="en-AU" sz="750" dirty="0">
                <a:solidFill>
                  <a:schemeClr val="bg1"/>
                </a:solidFill>
                <a:latin typeface="Gadugi"/>
                <a:ea typeface="Gadugi"/>
                <a:cs typeface="Georgia"/>
                <a:sym typeface="Georgia"/>
              </a:rPr>
              <a:t>Commence further outline of the idea / concern that may become project.  Go/No Go decision to progress to the next stage is made. The proposal priority is confirmed. Concept Briefing Paper is completed with Architecture, Sponsor and D&amp;T Functional Leads.</a:t>
            </a:r>
            <a:endParaRPr dirty="0">
              <a:solidFill>
                <a:schemeClr val="bg1"/>
              </a:solidFill>
              <a:latin typeface="Gadugi"/>
              <a:ea typeface="Gadugi"/>
            </a:endParaRPr>
          </a:p>
        </p:txBody>
      </p:sp>
      <p:sp>
        <p:nvSpPr>
          <p:cNvPr id="23" name="Google Shape;314;p21">
            <a:extLst>
              <a:ext uri="{FF2B5EF4-FFF2-40B4-BE49-F238E27FC236}">
                <a16:creationId xmlns:a16="http://schemas.microsoft.com/office/drawing/2014/main" id="{6F20AC7C-F431-92E5-1A8D-53292F91414F}"/>
              </a:ext>
            </a:extLst>
          </p:cNvPr>
          <p:cNvSpPr txBox="1"/>
          <p:nvPr/>
        </p:nvSpPr>
        <p:spPr>
          <a:xfrm>
            <a:off x="3649034" y="1899238"/>
            <a:ext cx="1319992" cy="1690796"/>
          </a:xfrm>
          <a:prstGeom prst="rect">
            <a:avLst/>
          </a:prstGeom>
          <a:noFill/>
          <a:ln>
            <a:noFill/>
          </a:ln>
        </p:spPr>
        <p:txBody>
          <a:bodyPr spcFirstLastPara="1" wrap="square" lIns="36000" tIns="45700" rIns="36000" bIns="45700" anchor="t" anchorCtr="0">
            <a:noAutofit/>
          </a:bodyPr>
          <a:lstStyle/>
          <a:p>
            <a:r>
              <a:rPr lang="en-AU" sz="750" dirty="0">
                <a:solidFill>
                  <a:schemeClr val="dk1"/>
                </a:solidFill>
                <a:latin typeface="Gadugi"/>
                <a:ea typeface="Gadugi"/>
                <a:cs typeface="Georgia"/>
                <a:sym typeface="Georgia"/>
              </a:rPr>
              <a:t>Prioritised and Validated idea becomes a project. A project manager appointed; project governance established &amp; detailed project planning commences. Business requirements are captured/validated, business change management and D&amp;T / Vendor Services are engaged.  Sponsor and executive approves.</a:t>
            </a:r>
            <a:endParaRPr sz="750" dirty="0">
              <a:solidFill>
                <a:schemeClr val="dk1"/>
              </a:solidFill>
              <a:latin typeface="Gadugi"/>
              <a:ea typeface="Gadugi"/>
              <a:cs typeface="Georgia"/>
              <a:sym typeface="Georgia"/>
            </a:endParaRPr>
          </a:p>
        </p:txBody>
      </p:sp>
      <p:sp>
        <p:nvSpPr>
          <p:cNvPr id="24" name="Google Shape;315;p21">
            <a:extLst>
              <a:ext uri="{FF2B5EF4-FFF2-40B4-BE49-F238E27FC236}">
                <a16:creationId xmlns:a16="http://schemas.microsoft.com/office/drawing/2014/main" id="{BABCC558-4C81-01A8-7F32-A5D08DDC5D04}"/>
              </a:ext>
            </a:extLst>
          </p:cNvPr>
          <p:cNvSpPr txBox="1"/>
          <p:nvPr/>
        </p:nvSpPr>
        <p:spPr>
          <a:xfrm>
            <a:off x="5121118" y="1845404"/>
            <a:ext cx="1300476" cy="1496992"/>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r>
              <a:rPr lang="en-AU" sz="750">
                <a:solidFill>
                  <a:schemeClr val="dk1"/>
                </a:solidFill>
                <a:latin typeface="Gadugi" panose="020B0502040204020203" pitchFamily="34" charset="0"/>
                <a:ea typeface="Gadugi" panose="020B0502040204020203" pitchFamily="34" charset="0"/>
                <a:cs typeface="Georgia"/>
                <a:sym typeface="Georgia"/>
              </a:rPr>
              <a:t>The future state solution is Defined. Approaches to design, testing and implementation are explored &amp; developed.  The project initiation document, budget and schedule are confirmed and approved by the sponsor and executives to proceed. Business change management continues throughout.</a:t>
            </a:r>
            <a:endParaRPr>
              <a:latin typeface="Gadugi" panose="020B0502040204020203" pitchFamily="34" charset="0"/>
              <a:ea typeface="Gadugi" panose="020B0502040204020203" pitchFamily="34" charset="0"/>
            </a:endParaRPr>
          </a:p>
        </p:txBody>
      </p:sp>
      <p:sp>
        <p:nvSpPr>
          <p:cNvPr id="25" name="Google Shape;316;p21">
            <a:extLst>
              <a:ext uri="{FF2B5EF4-FFF2-40B4-BE49-F238E27FC236}">
                <a16:creationId xmlns:a16="http://schemas.microsoft.com/office/drawing/2014/main" id="{ECEB8242-930D-1BD1-DB82-48559A8908F8}"/>
              </a:ext>
            </a:extLst>
          </p:cNvPr>
          <p:cNvSpPr txBox="1"/>
          <p:nvPr/>
        </p:nvSpPr>
        <p:spPr>
          <a:xfrm>
            <a:off x="6574822" y="1844579"/>
            <a:ext cx="1188000" cy="1246495"/>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r>
              <a:rPr lang="en-AU" sz="750">
                <a:solidFill>
                  <a:schemeClr val="dk1"/>
                </a:solidFill>
                <a:latin typeface="Gadugi" panose="020B0502040204020203" pitchFamily="34" charset="0"/>
                <a:ea typeface="Gadugi" panose="020B0502040204020203" pitchFamily="34" charset="0"/>
                <a:cs typeface="Georgia"/>
                <a:sym typeface="Georgia"/>
              </a:rPr>
              <a:t>Design of the future state solution. Business change management continues including planning for UAT, future state process design, training, communications and transition to business as usual.</a:t>
            </a:r>
            <a:endParaRPr lang="en-AU" sz="800">
              <a:latin typeface="Gadugi" panose="020B0502040204020203" pitchFamily="34" charset="0"/>
              <a:ea typeface="Gadugi" panose="020B0502040204020203" pitchFamily="34" charset="0"/>
            </a:endParaRPr>
          </a:p>
        </p:txBody>
      </p:sp>
      <p:sp>
        <p:nvSpPr>
          <p:cNvPr id="26" name="Google Shape;317;p21">
            <a:extLst>
              <a:ext uri="{FF2B5EF4-FFF2-40B4-BE49-F238E27FC236}">
                <a16:creationId xmlns:a16="http://schemas.microsoft.com/office/drawing/2014/main" id="{03FCDDE7-418A-EC9A-C9CE-BFA984F83207}"/>
              </a:ext>
            </a:extLst>
          </p:cNvPr>
          <p:cNvSpPr txBox="1"/>
          <p:nvPr/>
        </p:nvSpPr>
        <p:spPr>
          <a:xfrm>
            <a:off x="7985322" y="1834899"/>
            <a:ext cx="1319993" cy="1704271"/>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r>
              <a:rPr lang="en-AU" sz="750">
                <a:solidFill>
                  <a:schemeClr val="dk1"/>
                </a:solidFill>
                <a:latin typeface="Gadugi" panose="020B0502040204020203" pitchFamily="34" charset="0"/>
                <a:ea typeface="Gadugi" panose="020B0502040204020203" pitchFamily="34" charset="0"/>
                <a:cs typeface="Georgia"/>
                <a:sym typeface="Georgia"/>
              </a:rPr>
              <a:t>Commence build as outlined in Design phase.  Testing of the future state solution undertaken to ensure it meets end to end business requirements. Operational Readiness Pack finalised. Business change management focuses on execution of activities to prepare the business for launch.</a:t>
            </a:r>
            <a:endParaRPr lang="en-AU" sz="800">
              <a:latin typeface="Gadugi" panose="020B0502040204020203" pitchFamily="34" charset="0"/>
              <a:ea typeface="Gadugi" panose="020B0502040204020203" pitchFamily="34" charset="0"/>
            </a:endParaRPr>
          </a:p>
        </p:txBody>
      </p:sp>
      <p:sp>
        <p:nvSpPr>
          <p:cNvPr id="27" name="Google Shape;318;p21">
            <a:extLst>
              <a:ext uri="{FF2B5EF4-FFF2-40B4-BE49-F238E27FC236}">
                <a16:creationId xmlns:a16="http://schemas.microsoft.com/office/drawing/2014/main" id="{C956882D-4804-D26F-DEE8-9E421FE05E3A}"/>
              </a:ext>
            </a:extLst>
          </p:cNvPr>
          <p:cNvSpPr txBox="1"/>
          <p:nvPr/>
        </p:nvSpPr>
        <p:spPr>
          <a:xfrm>
            <a:off x="9510207" y="1831709"/>
            <a:ext cx="1344630" cy="900246"/>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r>
              <a:rPr lang="en-AU" sz="750">
                <a:solidFill>
                  <a:schemeClr val="dk1"/>
                </a:solidFill>
                <a:latin typeface="Gadugi" panose="020B0502040204020203" pitchFamily="34" charset="0"/>
                <a:ea typeface="Gadugi" panose="020B0502040204020203" pitchFamily="34" charset="0"/>
                <a:cs typeface="Georgia"/>
                <a:sym typeface="Georgia"/>
              </a:rPr>
              <a:t>The designed solution is launched. Training is conducted with the organisation supported to transition from current state to future state.</a:t>
            </a:r>
            <a:endParaRPr lang="en-AU" sz="800">
              <a:latin typeface="Gadugi" panose="020B0502040204020203" pitchFamily="34" charset="0"/>
              <a:ea typeface="Gadugi" panose="020B0502040204020203" pitchFamily="34" charset="0"/>
            </a:endParaRPr>
          </a:p>
        </p:txBody>
      </p:sp>
      <p:sp>
        <p:nvSpPr>
          <p:cNvPr id="28" name="Google Shape;319;p21">
            <a:extLst>
              <a:ext uri="{FF2B5EF4-FFF2-40B4-BE49-F238E27FC236}">
                <a16:creationId xmlns:a16="http://schemas.microsoft.com/office/drawing/2014/main" id="{99124978-977B-D959-74A3-18C5BA063EF8}"/>
              </a:ext>
            </a:extLst>
          </p:cNvPr>
          <p:cNvSpPr txBox="1"/>
          <p:nvPr/>
        </p:nvSpPr>
        <p:spPr>
          <a:xfrm>
            <a:off x="10858093" y="1786317"/>
            <a:ext cx="1201368" cy="900246"/>
          </a:xfrm>
          <a:prstGeom prst="rect">
            <a:avLst/>
          </a:prstGeom>
          <a:noFill/>
          <a:ln>
            <a:noFill/>
          </a:ln>
        </p:spPr>
        <p:txBody>
          <a:bodyPr spcFirstLastPara="1" wrap="square" lIns="36000" tIns="45700" rIns="36000" bIns="45700" anchor="t" anchorCtr="0">
            <a:noAutofit/>
          </a:bodyPr>
          <a:lstStyle/>
          <a:p>
            <a:pPr lvl="0"/>
            <a:r>
              <a:rPr lang="en-AU" sz="750">
                <a:solidFill>
                  <a:schemeClr val="dk1"/>
                </a:solidFill>
                <a:latin typeface="Gadugi" panose="020B0502040204020203" pitchFamily="34" charset="0"/>
                <a:ea typeface="Gadugi" panose="020B0502040204020203" pitchFamily="34" charset="0"/>
                <a:cs typeface="Georgia"/>
                <a:sym typeface="Georgia"/>
              </a:rPr>
              <a:t>Finalisation of all project deliverables, project reviews conducted, project team released, lessons learned captured and project financials finalised and approved by the Sponsor.</a:t>
            </a:r>
            <a:endParaRPr>
              <a:latin typeface="Gadugi" panose="020B0502040204020203" pitchFamily="34" charset="0"/>
              <a:ea typeface="Gadugi" panose="020B0502040204020203" pitchFamily="34" charset="0"/>
            </a:endParaRPr>
          </a:p>
        </p:txBody>
      </p:sp>
      <p:sp>
        <p:nvSpPr>
          <p:cNvPr id="30" name="Google Shape;321;p21">
            <a:extLst>
              <a:ext uri="{FF2B5EF4-FFF2-40B4-BE49-F238E27FC236}">
                <a16:creationId xmlns:a16="http://schemas.microsoft.com/office/drawing/2014/main" id="{2018E930-EFC3-7B29-C345-E67B2D6A4575}"/>
              </a:ext>
            </a:extLst>
          </p:cNvPr>
          <p:cNvSpPr txBox="1"/>
          <p:nvPr/>
        </p:nvSpPr>
        <p:spPr>
          <a:xfrm>
            <a:off x="3589526" y="3544108"/>
            <a:ext cx="1390805" cy="3261840"/>
          </a:xfrm>
          <a:prstGeom prst="rect">
            <a:avLst/>
          </a:prstGeom>
          <a:noFill/>
          <a:ln>
            <a:noFill/>
          </a:ln>
        </p:spPr>
        <p:txBody>
          <a:bodyPr spcFirstLastPara="1" wrap="square" lIns="36000" tIns="45700" rIns="36000" bIns="45700" anchor="t" anchorCtr="0">
            <a:noAutofit/>
          </a:bodyPr>
          <a:lstStyle/>
          <a:p>
            <a:r>
              <a:rPr lang="en-AU" sz="700" dirty="0">
                <a:latin typeface="Gadugi" panose="020B0502040204020203" pitchFamily="34" charset="0"/>
                <a:ea typeface="Gadugi" panose="020B0502040204020203" pitchFamily="34" charset="0"/>
                <a:cs typeface="Georgia"/>
                <a:sym typeface="Georgia"/>
              </a:rPr>
              <a:t>🔴  Requirements Specification (Draft)*</a:t>
            </a:r>
          </a:p>
          <a:p>
            <a:pPr marL="0" lvl="0" indent="0" algn="l" rtl="0">
              <a:spcBef>
                <a:spcPts val="0"/>
              </a:spcBef>
              <a:spcAft>
                <a:spcPts val="0"/>
              </a:spcAft>
              <a:buNone/>
            </a:pPr>
            <a:r>
              <a:rPr lang="en-AU" sz="700" dirty="0">
                <a:solidFill>
                  <a:schemeClr val="dk1"/>
                </a:solidFill>
                <a:latin typeface="Gadugi" panose="020B0502040204020203" pitchFamily="34" charset="0"/>
                <a:ea typeface="Gadugi" panose="020B0502040204020203" pitchFamily="34" charset="0"/>
                <a:cs typeface="Georgia"/>
                <a:sym typeface="Georgia"/>
              </a:rPr>
              <a:t>🔴  Business Case including </a:t>
            </a:r>
            <a:r>
              <a:rPr lang="en-AU" sz="700" dirty="0">
                <a:latin typeface="Gadugi" panose="020B0502040204020203" pitchFamily="34" charset="0"/>
                <a:ea typeface="Gadugi" panose="020B0502040204020203" pitchFamily="34" charset="0"/>
                <a:cs typeface="Georgia"/>
                <a:sym typeface="Georgia"/>
              </a:rPr>
              <a:t>Deliverables and RACI Matrix *</a:t>
            </a:r>
          </a:p>
          <a:p>
            <a:pPr marL="0" marR="0" lvl="0" indent="0" algn="l" rtl="0">
              <a:spcBef>
                <a:spcPts val="0"/>
              </a:spcBef>
              <a:spcAft>
                <a:spcPts val="0"/>
              </a:spcAft>
              <a:buNone/>
            </a:pPr>
            <a:r>
              <a:rPr lang="en-AU" sz="700" dirty="0">
                <a:latin typeface="Gadugi" panose="020B0502040204020203" pitchFamily="34" charset="0"/>
                <a:ea typeface="Gadugi" panose="020B0502040204020203" pitchFamily="34" charset="0"/>
                <a:cs typeface="Georgia"/>
                <a:sym typeface="Georgia"/>
              </a:rPr>
              <a:t>🔴  Budget &amp; schedule</a:t>
            </a:r>
          </a:p>
          <a:p>
            <a:r>
              <a:rPr lang="en-AU" sz="700" dirty="0">
                <a:solidFill>
                  <a:schemeClr val="dk1"/>
                </a:solidFill>
                <a:latin typeface="Gadugi" panose="020B0502040204020203" pitchFamily="34" charset="0"/>
                <a:ea typeface="Gadugi" panose="020B0502040204020203" pitchFamily="34" charset="0"/>
                <a:cs typeface="Georgia"/>
                <a:sym typeface="Georgia"/>
              </a:rPr>
              <a:t>🔴  Terms of Reference (</a:t>
            </a:r>
            <a:r>
              <a:rPr lang="en-AU" sz="700" dirty="0" err="1">
                <a:solidFill>
                  <a:schemeClr val="dk1"/>
                </a:solidFill>
                <a:latin typeface="Gadugi" panose="020B0502040204020203" pitchFamily="34" charset="0"/>
                <a:ea typeface="Gadugi" panose="020B0502040204020203" pitchFamily="34" charset="0"/>
                <a:cs typeface="Georgia"/>
                <a:sym typeface="Georgia"/>
              </a:rPr>
              <a:t>ToR</a:t>
            </a:r>
            <a:r>
              <a:rPr lang="en-AU" sz="700" dirty="0">
                <a:solidFill>
                  <a:schemeClr val="dk1"/>
                </a:solidFill>
                <a:latin typeface="Gadugi" panose="020B0502040204020203" pitchFamily="34" charset="0"/>
                <a:ea typeface="Gadugi" panose="020B0502040204020203" pitchFamily="34" charset="0"/>
                <a:cs typeface="Georgia"/>
                <a:sym typeface="Georgia"/>
              </a:rPr>
              <a:t>)</a:t>
            </a:r>
          </a:p>
          <a:p>
            <a:pPr marL="0" marR="0" lvl="0" indent="0" algn="l" rtl="0">
              <a:spcBef>
                <a:spcPts val="200"/>
              </a:spcBef>
              <a:spcAft>
                <a:spcPts val="0"/>
              </a:spcAft>
              <a:buNone/>
            </a:pPr>
            <a:r>
              <a:rPr lang="en-AU" sz="700" dirty="0">
                <a:solidFill>
                  <a:schemeClr val="dk1"/>
                </a:solidFill>
                <a:latin typeface="Gadugi" panose="020B0502040204020203" pitchFamily="34" charset="0"/>
                <a:ea typeface="Gadugi" panose="020B0502040204020203" pitchFamily="34" charset="0"/>
                <a:cs typeface="Georgia"/>
                <a:sym typeface="Georgia"/>
              </a:rPr>
              <a:t>🔴  Resourcing Requests</a:t>
            </a:r>
          </a:p>
          <a:p>
            <a:pPr>
              <a:spcBef>
                <a:spcPts val="200"/>
              </a:spcBef>
            </a:pPr>
            <a:r>
              <a:rPr lang="en-AU" sz="700" dirty="0">
                <a:solidFill>
                  <a:schemeClr val="dk1"/>
                </a:solidFill>
                <a:latin typeface="Gadugi" panose="020B0502040204020203" pitchFamily="34" charset="0"/>
                <a:ea typeface="Gadugi" panose="020B0502040204020203" pitchFamily="34" charset="0"/>
                <a:cs typeface="Georgia"/>
                <a:sym typeface="Georgia"/>
              </a:rPr>
              <a:t>🔴  Project Code</a:t>
            </a:r>
            <a:endParaRPr lang="en-AU" sz="700" dirty="0">
              <a:latin typeface="Gadugi" panose="020B0502040204020203" pitchFamily="34" charset="0"/>
              <a:ea typeface="Gadugi" panose="020B0502040204020203" pitchFamily="34" charset="0"/>
            </a:endParaRPr>
          </a:p>
          <a:p>
            <a:pPr>
              <a:spcBef>
                <a:spcPts val="200"/>
              </a:spcBef>
            </a:pPr>
            <a:r>
              <a:rPr lang="en-AU" sz="700" dirty="0">
                <a:latin typeface="Gadugi" panose="020B0502040204020203" pitchFamily="34" charset="0"/>
                <a:ea typeface="Gadugi" panose="020B0502040204020203" pitchFamily="34" charset="0"/>
                <a:cs typeface="Georgia"/>
                <a:sym typeface="Georgia"/>
              </a:rPr>
              <a:t>🔴  </a:t>
            </a:r>
            <a:r>
              <a:rPr lang="en-AU" sz="700" dirty="0">
                <a:solidFill>
                  <a:srgbClr val="00B050"/>
                </a:solidFill>
                <a:latin typeface="Gadugi" panose="020B0502040204020203" pitchFamily="34" charset="0"/>
                <a:ea typeface="Gadugi" panose="020B0502040204020203" pitchFamily="34" charset="0"/>
                <a:cs typeface="Georgia"/>
                <a:sym typeface="Georgia"/>
              </a:rPr>
              <a:t>RAIDDACL (see below) *</a:t>
            </a:r>
          </a:p>
          <a:p>
            <a:pPr>
              <a:spcBef>
                <a:spcPts val="200"/>
              </a:spcBef>
            </a:pPr>
            <a:r>
              <a:rPr lang="en-AU" sz="700" dirty="0">
                <a:solidFill>
                  <a:schemeClr val="dk1"/>
                </a:solidFill>
                <a:latin typeface="Gadugi" panose="020B0502040204020203" pitchFamily="34" charset="0"/>
                <a:ea typeface="Gadugi" panose="020B0502040204020203" pitchFamily="34" charset="0"/>
                <a:cs typeface="Georgia"/>
                <a:sym typeface="Georgia"/>
              </a:rPr>
              <a:t>🔴  </a:t>
            </a:r>
            <a:r>
              <a:rPr lang="en-AU" sz="700" dirty="0">
                <a:solidFill>
                  <a:srgbClr val="00B050"/>
                </a:solidFill>
                <a:latin typeface="Gadugi" panose="020B0502040204020203" pitchFamily="34" charset="0"/>
                <a:ea typeface="Gadugi" panose="020B0502040204020203" pitchFamily="34" charset="0"/>
                <a:cs typeface="Georgia"/>
                <a:sym typeface="Georgia"/>
              </a:rPr>
              <a:t>Project Status Reports</a:t>
            </a:r>
            <a:endParaRPr lang="en-AU" sz="800" dirty="0">
              <a:solidFill>
                <a:srgbClr val="00B050"/>
              </a:solidFill>
              <a:latin typeface="Gadugi" panose="020B0502040204020203" pitchFamily="34" charset="0"/>
              <a:ea typeface="Gadugi" panose="020B0502040204020203" pitchFamily="34" charset="0"/>
            </a:endParaRPr>
          </a:p>
          <a:p>
            <a:pPr>
              <a:spcBef>
                <a:spcPts val="200"/>
              </a:spcBef>
            </a:pPr>
            <a:r>
              <a:rPr lang="en-AU" sz="700" dirty="0">
                <a:latin typeface="Gadugi" panose="020B0502040204020203" pitchFamily="34" charset="0"/>
                <a:ea typeface="Gadugi" panose="020B0502040204020203" pitchFamily="34" charset="0"/>
                <a:cs typeface="Georgia"/>
                <a:sym typeface="Georgia"/>
              </a:rPr>
              <a:t>🔴  Executive Approvals </a:t>
            </a:r>
          </a:p>
          <a:p>
            <a:pPr marL="0" lvl="0" indent="0" algn="l" rtl="0">
              <a:spcBef>
                <a:spcPts val="200"/>
              </a:spcBef>
              <a:spcAft>
                <a:spcPts val="0"/>
              </a:spcAft>
              <a:buClr>
                <a:schemeClr val="dk1"/>
              </a:buClr>
              <a:buSzPts val="1100"/>
              <a:buFont typeface="Arial"/>
              <a:buNone/>
            </a:pPr>
            <a:r>
              <a:rPr lang="en-AU" sz="600" dirty="0">
                <a:solidFill>
                  <a:srgbClr val="FF0000"/>
                </a:solidFill>
                <a:latin typeface="Gadugi"/>
                <a:ea typeface="Gadugi"/>
                <a:cs typeface="Georgia"/>
                <a:sym typeface="Georgia"/>
              </a:rPr>
              <a:t>❆</a:t>
            </a:r>
            <a:r>
              <a:rPr lang="en-AU" sz="600" dirty="0">
                <a:latin typeface="Gadugi"/>
                <a:ea typeface="Gadugi"/>
                <a:cs typeface="Georgia"/>
                <a:sym typeface="Georgia"/>
              </a:rPr>
              <a:t>  </a:t>
            </a:r>
            <a:r>
              <a:rPr lang="en-AU" sz="700" dirty="0">
                <a:latin typeface="Gadugi"/>
                <a:ea typeface="Gadugi"/>
                <a:cs typeface="Georgia"/>
                <a:sym typeface="Georgia"/>
              </a:rPr>
              <a:t>Vendor Assessment Questionnaire RFP/RFQ *</a:t>
            </a:r>
            <a:endParaRPr sz="700" dirty="0">
              <a:latin typeface="Gadugi"/>
              <a:ea typeface="Gadugi"/>
            </a:endParaRPr>
          </a:p>
          <a:p>
            <a:pPr marL="0" lvl="0" indent="0" algn="l" rtl="0">
              <a:spcBef>
                <a:spcPts val="200"/>
              </a:spcBef>
              <a:spcAft>
                <a:spcPts val="0"/>
              </a:spcAft>
              <a:buClr>
                <a:schemeClr val="dk1"/>
              </a:buClr>
              <a:buSzPts val="1100"/>
              <a:buFont typeface="Arial"/>
              <a:buNone/>
            </a:pPr>
            <a:r>
              <a:rPr lang="en-AU" sz="600" dirty="0">
                <a:solidFill>
                  <a:srgbClr val="CC0000"/>
                </a:solidFill>
                <a:latin typeface="Gadugi" panose="020B0502040204020203" pitchFamily="34" charset="0"/>
                <a:ea typeface="Gadugi" panose="020B0502040204020203" pitchFamily="34" charset="0"/>
                <a:cs typeface="Georgia"/>
                <a:sym typeface="Georgia"/>
              </a:rPr>
              <a:t>❆</a:t>
            </a:r>
            <a:r>
              <a:rPr lang="en-AU" sz="600" dirty="0">
                <a:solidFill>
                  <a:schemeClr val="dk1"/>
                </a:solidFill>
                <a:latin typeface="Gadugi" panose="020B0502040204020203" pitchFamily="34" charset="0"/>
                <a:ea typeface="Gadugi" panose="020B0502040204020203" pitchFamily="34" charset="0"/>
                <a:cs typeface="Georgia"/>
                <a:sym typeface="Georgia"/>
              </a:rPr>
              <a:t>  </a:t>
            </a:r>
            <a:r>
              <a:rPr lang="en-AU" sz="700" dirty="0">
                <a:solidFill>
                  <a:schemeClr val="dk1"/>
                </a:solidFill>
                <a:latin typeface="Gadugi" panose="020B0502040204020203" pitchFamily="34" charset="0"/>
                <a:ea typeface="Gadugi" panose="020B0502040204020203" pitchFamily="34" charset="0"/>
                <a:cs typeface="Georgia"/>
                <a:sym typeface="Georgia"/>
              </a:rPr>
              <a:t>Vendor Statement of Work Proposal, Costing, Schedule</a:t>
            </a:r>
            <a:endParaRPr sz="700" dirty="0">
              <a:solidFill>
                <a:schemeClr val="dk1"/>
              </a:solidFill>
              <a:latin typeface="Gadugi" panose="020B0502040204020203" pitchFamily="34" charset="0"/>
              <a:ea typeface="Gadugi" panose="020B0502040204020203" pitchFamily="34" charset="0"/>
            </a:endParaRPr>
          </a:p>
          <a:p>
            <a:pPr marL="0" lvl="0" indent="0" algn="l" rtl="0">
              <a:spcBef>
                <a:spcPts val="200"/>
              </a:spcBef>
              <a:spcAft>
                <a:spcPts val="0"/>
              </a:spcAft>
              <a:buClr>
                <a:schemeClr val="dk1"/>
              </a:buClr>
              <a:buSzPts val="1100"/>
              <a:buFont typeface="Arial"/>
              <a:buNone/>
            </a:pPr>
            <a:r>
              <a:rPr lang="en-AU" sz="600" dirty="0">
                <a:solidFill>
                  <a:srgbClr val="CC0000"/>
                </a:solidFill>
                <a:latin typeface="Gadugi" panose="020B0502040204020203" pitchFamily="34" charset="0"/>
                <a:ea typeface="Gadugi" panose="020B0502040204020203" pitchFamily="34" charset="0"/>
                <a:cs typeface="Georgia"/>
                <a:sym typeface="Georgia"/>
              </a:rPr>
              <a:t>❆</a:t>
            </a:r>
            <a:r>
              <a:rPr lang="en-AU" sz="600" dirty="0">
                <a:solidFill>
                  <a:schemeClr val="dk1"/>
                </a:solidFill>
                <a:latin typeface="Gadugi" panose="020B0502040204020203" pitchFamily="34" charset="0"/>
                <a:ea typeface="Gadugi" panose="020B0502040204020203" pitchFamily="34" charset="0"/>
                <a:cs typeface="Georgia"/>
                <a:sym typeface="Georgia"/>
              </a:rPr>
              <a:t>  </a:t>
            </a:r>
            <a:r>
              <a:rPr lang="en-AU" sz="700" dirty="0">
                <a:solidFill>
                  <a:schemeClr val="dk1"/>
                </a:solidFill>
                <a:latin typeface="Gadugi" panose="020B0502040204020203" pitchFamily="34" charset="0"/>
                <a:ea typeface="Gadugi" panose="020B0502040204020203" pitchFamily="34" charset="0"/>
                <a:cs typeface="Georgia"/>
                <a:sym typeface="Georgia"/>
              </a:rPr>
              <a:t>Vendor Contract (s)</a:t>
            </a:r>
            <a:endParaRPr sz="700" dirty="0">
              <a:latin typeface="Gadugi" panose="020B0502040204020203" pitchFamily="34" charset="0"/>
              <a:ea typeface="Gadugi" panose="020B0502040204020203" pitchFamily="34" charset="0"/>
              <a:cs typeface="Georgia"/>
              <a:sym typeface="Georgia"/>
            </a:endParaRPr>
          </a:p>
          <a:p>
            <a:pPr marL="0" lvl="0" indent="0" algn="l" rtl="0">
              <a:lnSpc>
                <a:spcPct val="115000"/>
              </a:lnSpc>
              <a:spcBef>
                <a:spcPts val="0"/>
              </a:spcBef>
              <a:spcAft>
                <a:spcPts val="0"/>
              </a:spcAft>
              <a:buClr>
                <a:schemeClr val="dk1"/>
              </a:buClr>
              <a:buSzPts val="1100"/>
              <a:buFont typeface="Arial"/>
              <a:buNone/>
            </a:pPr>
            <a:endParaRPr sz="700" dirty="0">
              <a:latin typeface="Gadugi" panose="020B0502040204020203" pitchFamily="34" charset="0"/>
              <a:ea typeface="Gadugi" panose="020B0502040204020203" pitchFamily="34" charset="0"/>
              <a:cs typeface="Georgia"/>
              <a:sym typeface="Georgia"/>
            </a:endParaRPr>
          </a:p>
        </p:txBody>
      </p:sp>
      <p:sp>
        <p:nvSpPr>
          <p:cNvPr id="31" name="Google Shape;322;p21">
            <a:extLst>
              <a:ext uri="{FF2B5EF4-FFF2-40B4-BE49-F238E27FC236}">
                <a16:creationId xmlns:a16="http://schemas.microsoft.com/office/drawing/2014/main" id="{3581B305-85D4-E254-51AC-1A55F56AF5EA}"/>
              </a:ext>
            </a:extLst>
          </p:cNvPr>
          <p:cNvSpPr txBox="1"/>
          <p:nvPr/>
        </p:nvSpPr>
        <p:spPr>
          <a:xfrm>
            <a:off x="5117553" y="3524315"/>
            <a:ext cx="1457004" cy="2089124"/>
          </a:xfrm>
          <a:prstGeom prst="rect">
            <a:avLst/>
          </a:prstGeom>
          <a:noFill/>
          <a:ln>
            <a:noFill/>
          </a:ln>
        </p:spPr>
        <p:txBody>
          <a:bodyPr spcFirstLastPara="1" wrap="square" lIns="36000" tIns="45700" rIns="36000" bIns="45700" anchor="t" anchorCtr="0">
            <a:noAutofit/>
          </a:bodyPr>
          <a:lstStyle/>
          <a:p>
            <a:pPr>
              <a:spcAft>
                <a:spcPts val="100"/>
              </a:spcAft>
            </a:pPr>
            <a:r>
              <a:rPr lang="en-AU" sz="700" dirty="0">
                <a:solidFill>
                  <a:schemeClr val="dk1"/>
                </a:solidFill>
                <a:latin typeface="Gadugi"/>
                <a:ea typeface="Gadugi"/>
                <a:cs typeface="Georgia"/>
                <a:sym typeface="Georgia"/>
              </a:rPr>
              <a:t>🔴  Detailed </a:t>
            </a:r>
            <a:r>
              <a:rPr lang="en-AU" sz="700" dirty="0">
                <a:latin typeface="Gadugi"/>
                <a:ea typeface="Gadugi"/>
                <a:cs typeface="Georgia"/>
                <a:sym typeface="Georgia"/>
              </a:rPr>
              <a:t>Requirements (final)*</a:t>
            </a:r>
            <a:endParaRPr lang="en-US"/>
          </a:p>
          <a:p>
            <a:pPr>
              <a:spcAft>
                <a:spcPts val="100"/>
              </a:spcAft>
            </a:pPr>
            <a:r>
              <a:rPr lang="en-AU" sz="700" dirty="0">
                <a:latin typeface="Gadugi"/>
                <a:ea typeface="Gadugi"/>
                <a:cs typeface="Georgia"/>
                <a:sym typeface="Georgia"/>
              </a:rPr>
              <a:t>🔴  Project Initiation Document * </a:t>
            </a:r>
            <a:endParaRPr lang="en-AU" sz="700" dirty="0">
              <a:latin typeface="Gadugi"/>
              <a:ea typeface="Gadugi"/>
              <a:cs typeface="Georgia"/>
            </a:endParaRPr>
          </a:p>
          <a:p>
            <a:pPr>
              <a:spcAft>
                <a:spcPts val="100"/>
              </a:spcAft>
            </a:pPr>
            <a:r>
              <a:rPr lang="en-AU" sz="700" dirty="0">
                <a:latin typeface="Gadugi"/>
                <a:ea typeface="Gadugi"/>
                <a:cs typeface="Georgia"/>
                <a:sym typeface="Georgia"/>
              </a:rPr>
              <a:t>🔴  Project Kick off Meeting * </a:t>
            </a:r>
            <a:endParaRPr lang="en-AU" sz="700" dirty="0">
              <a:latin typeface="Gadugi"/>
              <a:ea typeface="Gadugi"/>
              <a:cs typeface="Georgia"/>
            </a:endParaRPr>
          </a:p>
          <a:p>
            <a:pPr>
              <a:spcBef>
                <a:spcPts val="200"/>
              </a:spcBef>
              <a:spcAft>
                <a:spcPts val="100"/>
              </a:spcAft>
            </a:pPr>
            <a:r>
              <a:rPr lang="en-AU" sz="700" dirty="0">
                <a:latin typeface="Gadugi"/>
                <a:ea typeface="Gadugi"/>
                <a:cs typeface="Georgia"/>
                <a:sym typeface="Georgia"/>
              </a:rPr>
              <a:t>🔴  High Level Design (HLD) * </a:t>
            </a:r>
            <a:endParaRPr lang="en-AU" sz="700" dirty="0">
              <a:solidFill>
                <a:srgbClr val="00B050"/>
              </a:solidFill>
              <a:latin typeface="Gadugi"/>
              <a:ea typeface="Gadugi"/>
              <a:cs typeface="Georgia"/>
            </a:endParaRPr>
          </a:p>
          <a:p>
            <a:pPr marL="0" marR="0" lvl="0" indent="0" algn="l" rtl="0">
              <a:spcBef>
                <a:spcPts val="200"/>
              </a:spcBef>
              <a:spcAft>
                <a:spcPts val="100"/>
              </a:spcAft>
              <a:buNone/>
            </a:pPr>
            <a:r>
              <a:rPr lang="en-AU" sz="700" dirty="0">
                <a:solidFill>
                  <a:schemeClr val="dk1"/>
                </a:solidFill>
                <a:latin typeface="Gadugi"/>
                <a:ea typeface="Gadugi"/>
                <a:cs typeface="Georgia"/>
                <a:sym typeface="Georgia"/>
              </a:rPr>
              <a:t>🔴 </a:t>
            </a:r>
            <a:r>
              <a:rPr lang="en-AU" sz="700" dirty="0">
                <a:solidFill>
                  <a:srgbClr val="00B050"/>
                </a:solidFill>
                <a:latin typeface="Gadugi"/>
                <a:ea typeface="Gadugi"/>
                <a:cs typeface="Georgia"/>
                <a:sym typeface="Georgia"/>
              </a:rPr>
              <a:t>Change Management (TAG / Requests *</a:t>
            </a:r>
            <a:endParaRPr lang="en-AU" sz="700" dirty="0">
              <a:solidFill>
                <a:srgbClr val="00B050"/>
              </a:solidFill>
              <a:latin typeface="Gadugi"/>
              <a:ea typeface="Gadugi"/>
              <a:cs typeface="Georgia"/>
            </a:endParaRPr>
          </a:p>
          <a:p>
            <a:pPr>
              <a:spcBef>
                <a:spcPts val="200"/>
              </a:spcBef>
              <a:spcAft>
                <a:spcPts val="100"/>
              </a:spcAft>
            </a:pPr>
            <a:r>
              <a:rPr lang="en-AU" sz="700" dirty="0">
                <a:solidFill>
                  <a:srgbClr val="FF0000"/>
                </a:solidFill>
                <a:latin typeface="Gadugi"/>
                <a:ea typeface="Gadugi"/>
                <a:cs typeface="Georgia"/>
                <a:sym typeface="Georgia"/>
              </a:rPr>
              <a:t>⭘</a:t>
            </a:r>
            <a:r>
              <a:rPr lang="en-AU" sz="700" dirty="0">
                <a:latin typeface="Gadugi"/>
                <a:ea typeface="Gadugi"/>
                <a:cs typeface="Georgia"/>
                <a:sym typeface="Georgia"/>
              </a:rPr>
              <a:t> Test Plan / traceability matrix</a:t>
            </a:r>
            <a:endParaRPr lang="en-AU" sz="700" dirty="0">
              <a:latin typeface="Gadugi"/>
              <a:ea typeface="Gadugi"/>
              <a:cs typeface="Georgia"/>
            </a:endParaRPr>
          </a:p>
          <a:p>
            <a:pPr marL="0" marR="0" lvl="0" indent="0" algn="l" rtl="0">
              <a:spcBef>
                <a:spcPts val="200"/>
              </a:spcBef>
              <a:spcAft>
                <a:spcPts val="100"/>
              </a:spcAft>
              <a:buNone/>
            </a:pPr>
            <a:r>
              <a:rPr lang="en-AU" sz="700" dirty="0">
                <a:solidFill>
                  <a:srgbClr val="FF0000"/>
                </a:solidFill>
                <a:latin typeface="Gadugi"/>
                <a:ea typeface="Gadugi"/>
                <a:cs typeface="Georgia"/>
                <a:sym typeface="Georgia"/>
              </a:rPr>
              <a:t>⭘</a:t>
            </a:r>
            <a:r>
              <a:rPr lang="en-AU" sz="700" dirty="0">
                <a:latin typeface="Gadugi"/>
                <a:ea typeface="Gadugi"/>
                <a:cs typeface="Georgia"/>
                <a:sym typeface="Georgia"/>
              </a:rPr>
              <a:t> Disaster Recovery outline *</a:t>
            </a:r>
            <a:endParaRPr lang="en-AU" sz="700" dirty="0">
              <a:latin typeface="Gadugi"/>
              <a:ea typeface="Gadugi"/>
              <a:cs typeface="Georgia"/>
            </a:endParaRPr>
          </a:p>
          <a:p>
            <a:pPr>
              <a:spcBef>
                <a:spcPts val="200"/>
              </a:spcBef>
              <a:spcAft>
                <a:spcPts val="100"/>
              </a:spcAft>
            </a:pPr>
            <a:r>
              <a:rPr lang="en-AU" sz="700" dirty="0">
                <a:solidFill>
                  <a:srgbClr val="CC0000"/>
                </a:solidFill>
                <a:latin typeface="Gadugi" panose="020B0502040204020203" pitchFamily="34" charset="0"/>
                <a:ea typeface="Gadugi" panose="020B0502040204020203" pitchFamily="34" charset="0"/>
              </a:rPr>
              <a:t>⭘ </a:t>
            </a:r>
            <a:r>
              <a:rPr lang="en-AU" sz="700" dirty="0">
                <a:latin typeface="Gadugi" panose="020B0502040204020203" pitchFamily="34" charset="0"/>
                <a:ea typeface="Gadugi" panose="020B0502040204020203" pitchFamily="34" charset="0"/>
              </a:rPr>
              <a:t>Business Change Management Plan</a:t>
            </a:r>
            <a:endParaRPr lang="en-US" sz="700" dirty="0">
              <a:latin typeface="Gadugi" panose="020B0502040204020203" pitchFamily="34" charset="0"/>
              <a:ea typeface="Gadugi" panose="020B0502040204020203" pitchFamily="34" charset="0"/>
            </a:endParaRPr>
          </a:p>
          <a:p>
            <a:pPr>
              <a:spcBef>
                <a:spcPts val="200"/>
              </a:spcBef>
              <a:spcAft>
                <a:spcPts val="100"/>
              </a:spcAft>
            </a:pPr>
            <a:r>
              <a:rPr lang="en-AU" sz="700" dirty="0">
                <a:solidFill>
                  <a:srgbClr val="CC0000"/>
                </a:solidFill>
                <a:latin typeface="Gadugi" panose="020B0502040204020203" pitchFamily="34" charset="0"/>
                <a:ea typeface="Gadugi" panose="020B0502040204020203" pitchFamily="34" charset="0"/>
              </a:rPr>
              <a:t>⭘ </a:t>
            </a:r>
            <a:r>
              <a:rPr lang="en-AU" sz="700" dirty="0">
                <a:latin typeface="Gadugi" panose="020B0502040204020203" pitchFamily="34" charset="0"/>
                <a:ea typeface="Gadugi" panose="020B0502040204020203" pitchFamily="34" charset="0"/>
              </a:rPr>
              <a:t>Communication Plan</a:t>
            </a:r>
            <a:endParaRPr lang="en-US" sz="700" dirty="0">
              <a:latin typeface="Gadugi" panose="020B0502040204020203" pitchFamily="34" charset="0"/>
              <a:ea typeface="Gadugi" panose="020B0502040204020203" pitchFamily="34" charset="0"/>
            </a:endParaRPr>
          </a:p>
          <a:p>
            <a:pPr>
              <a:spcBef>
                <a:spcPts val="200"/>
              </a:spcBef>
              <a:spcAft>
                <a:spcPts val="100"/>
              </a:spcAft>
            </a:pPr>
            <a:r>
              <a:rPr lang="en-AU" sz="700" dirty="0">
                <a:solidFill>
                  <a:srgbClr val="CC0000"/>
                </a:solidFill>
                <a:latin typeface="Gadugi"/>
                <a:ea typeface="Gadugi"/>
              </a:rPr>
              <a:t>⭘ </a:t>
            </a:r>
            <a:r>
              <a:rPr lang="en-AU" sz="700" dirty="0">
                <a:latin typeface="Gadugi"/>
                <a:ea typeface="Gadugi"/>
              </a:rPr>
              <a:t>Training Plan</a:t>
            </a:r>
            <a:endParaRPr lang="en-AU" dirty="0">
              <a:latin typeface="Gadugi"/>
              <a:ea typeface="Gadugi"/>
            </a:endParaRPr>
          </a:p>
          <a:p>
            <a:pPr marL="0" marR="0" lvl="0" indent="0" algn="l" rtl="0">
              <a:spcBef>
                <a:spcPts val="200"/>
              </a:spcBef>
              <a:spcAft>
                <a:spcPts val="100"/>
              </a:spcAft>
              <a:buNone/>
            </a:pPr>
            <a:endParaRPr lang="en-AU" sz="800">
              <a:solidFill>
                <a:srgbClr val="000000"/>
              </a:solidFill>
              <a:latin typeface="Gadugi" panose="020B0502040204020203" pitchFamily="34" charset="0"/>
              <a:ea typeface="Gadugi" panose="020B0502040204020203" pitchFamily="34" charset="0"/>
              <a:cs typeface="Georgia"/>
            </a:endParaRPr>
          </a:p>
          <a:p>
            <a:pPr>
              <a:spcBef>
                <a:spcPts val="200"/>
              </a:spcBef>
            </a:pPr>
            <a:endParaRPr lang="en-US" sz="700">
              <a:solidFill>
                <a:srgbClr val="000000"/>
              </a:solidFill>
              <a:latin typeface="Gadugi" panose="020B0502040204020203" pitchFamily="34" charset="0"/>
              <a:ea typeface="Gadugi" panose="020B0502040204020203" pitchFamily="34" charset="0"/>
              <a:cs typeface="Georgia"/>
            </a:endParaRPr>
          </a:p>
        </p:txBody>
      </p:sp>
      <p:sp>
        <p:nvSpPr>
          <p:cNvPr id="32" name="Google Shape;323;p21">
            <a:extLst>
              <a:ext uri="{FF2B5EF4-FFF2-40B4-BE49-F238E27FC236}">
                <a16:creationId xmlns:a16="http://schemas.microsoft.com/office/drawing/2014/main" id="{98B15133-A4EB-717D-722C-4F9DF6CF9446}"/>
              </a:ext>
            </a:extLst>
          </p:cNvPr>
          <p:cNvSpPr txBox="1"/>
          <p:nvPr/>
        </p:nvSpPr>
        <p:spPr>
          <a:xfrm>
            <a:off x="6569861" y="3520960"/>
            <a:ext cx="1468122" cy="1650224"/>
          </a:xfrm>
          <a:prstGeom prst="rect">
            <a:avLst/>
          </a:prstGeom>
          <a:noFill/>
          <a:ln>
            <a:noFill/>
          </a:ln>
        </p:spPr>
        <p:txBody>
          <a:bodyPr spcFirstLastPara="1" wrap="square" lIns="36000" tIns="45700" rIns="36000" bIns="45700" anchor="t" anchorCtr="0">
            <a:noAutofit/>
          </a:bodyPr>
          <a:lstStyle/>
          <a:p>
            <a:pPr marL="0" marR="0" lvl="0" indent="0" algn="l" rtl="0">
              <a:spcBef>
                <a:spcPts val="200"/>
              </a:spcBef>
              <a:spcAft>
                <a:spcPts val="100"/>
              </a:spcAft>
              <a:buNone/>
            </a:pPr>
            <a:r>
              <a:rPr lang="en-AU" sz="700">
                <a:latin typeface="Gadugi" panose="020B0502040204020203" pitchFamily="34" charset="0"/>
                <a:ea typeface="Gadugi" panose="020B0502040204020203" pitchFamily="34" charset="0"/>
                <a:cs typeface="Georgia"/>
                <a:sym typeface="Georgia"/>
              </a:rPr>
              <a:t>🔴 Project Financial Forecasts</a:t>
            </a:r>
            <a:endParaRPr lang="en-AU" sz="700" u="sng">
              <a:latin typeface="Gadugi" panose="020B0502040204020203" pitchFamily="34" charset="0"/>
              <a:ea typeface="Gadugi" panose="020B0502040204020203" pitchFamily="34" charset="0"/>
              <a:cs typeface="Georgia"/>
            </a:endParaRPr>
          </a:p>
          <a:p>
            <a:pPr marL="0" marR="0" lvl="0" indent="0" algn="l" rtl="0">
              <a:spcBef>
                <a:spcPts val="0"/>
              </a:spcBef>
              <a:spcAft>
                <a:spcPts val="100"/>
              </a:spcAft>
              <a:buNone/>
            </a:pPr>
            <a:r>
              <a:rPr lang="en-AU" sz="700">
                <a:latin typeface="Gadugi" panose="020B0502040204020203" pitchFamily="34" charset="0"/>
                <a:ea typeface="Gadugi" panose="020B0502040204020203" pitchFamily="34" charset="0"/>
                <a:cs typeface="Georgia"/>
                <a:sym typeface="Georgia"/>
              </a:rPr>
              <a:t>🔴 Test Cases / Scripts</a:t>
            </a:r>
            <a:endParaRPr lang="en-AU" sz="700">
              <a:latin typeface="Gadugi" panose="020B0502040204020203" pitchFamily="34" charset="0"/>
              <a:ea typeface="Gadugi" panose="020B0502040204020203" pitchFamily="34" charset="0"/>
              <a:cs typeface="Georgia"/>
            </a:endParaRPr>
          </a:p>
          <a:p>
            <a:pPr>
              <a:spcAft>
                <a:spcPts val="100"/>
              </a:spcAft>
            </a:pPr>
            <a:r>
              <a:rPr lang="en-AU" sz="700">
                <a:latin typeface="Gadugi" panose="020B0502040204020203" pitchFamily="34" charset="0"/>
                <a:ea typeface="Gadugi" panose="020B0502040204020203" pitchFamily="34" charset="0"/>
                <a:cs typeface="Georgia"/>
                <a:sym typeface="Georgia"/>
              </a:rPr>
              <a:t>🔴  Low Level Design (LLD) * </a:t>
            </a:r>
            <a:endParaRPr lang="en-AU" sz="700">
              <a:solidFill>
                <a:srgbClr val="00B050"/>
              </a:solidFill>
              <a:latin typeface="Gadugi" panose="020B0502040204020203" pitchFamily="34" charset="0"/>
              <a:ea typeface="Gadugi" panose="020B0502040204020203" pitchFamily="34" charset="0"/>
              <a:cs typeface="Georgia"/>
            </a:endParaRPr>
          </a:p>
          <a:p>
            <a:pPr>
              <a:spcAft>
                <a:spcPts val="100"/>
              </a:spcAft>
            </a:pPr>
            <a:r>
              <a:rPr lang="en-AU" sz="700">
                <a:latin typeface="Gadugi" panose="020B0502040204020203" pitchFamily="34" charset="0"/>
                <a:ea typeface="Gadugi" panose="020B0502040204020203" pitchFamily="34" charset="0"/>
                <a:cs typeface="Georgia"/>
                <a:sym typeface="Georgia"/>
              </a:rPr>
              <a:t>🔴 Impact Assessment </a:t>
            </a:r>
            <a:endParaRPr lang="en-AU" sz="700">
              <a:latin typeface="Gadugi" panose="020B0502040204020203" pitchFamily="34" charset="0"/>
              <a:ea typeface="Gadugi" panose="020B0502040204020203" pitchFamily="34" charset="0"/>
              <a:cs typeface="Georgia"/>
            </a:endParaRPr>
          </a:p>
          <a:p>
            <a:pPr marL="0" marR="0" lvl="0" indent="0" algn="l" rtl="0">
              <a:spcBef>
                <a:spcPts val="200"/>
              </a:spcBef>
              <a:spcAft>
                <a:spcPts val="100"/>
              </a:spcAft>
              <a:buNone/>
            </a:pPr>
            <a:r>
              <a:rPr lang="en-AU" sz="700">
                <a:latin typeface="Gadugi" panose="020B0502040204020203" pitchFamily="34" charset="0"/>
                <a:ea typeface="Gadugi" panose="020B0502040204020203" pitchFamily="34" charset="0"/>
                <a:cs typeface="Georgia"/>
                <a:sym typeface="Georgia"/>
              </a:rPr>
              <a:t>🔴  Implementation Plan (draft)</a:t>
            </a:r>
            <a:endParaRPr lang="en-AU" sz="700">
              <a:latin typeface="Gadugi" panose="020B0502040204020203" pitchFamily="34" charset="0"/>
              <a:ea typeface="Gadugi" panose="020B0502040204020203" pitchFamily="34" charset="0"/>
            </a:endParaRPr>
          </a:p>
          <a:p>
            <a:pPr>
              <a:spcBef>
                <a:spcPts val="200"/>
              </a:spcBef>
              <a:spcAft>
                <a:spcPts val="100"/>
              </a:spcAft>
            </a:pPr>
            <a:r>
              <a:rPr lang="en-AU" sz="700">
                <a:latin typeface="Gadugi" panose="020B0502040204020203" pitchFamily="34" charset="0"/>
                <a:ea typeface="Gadugi" panose="020B0502040204020203" pitchFamily="34" charset="0"/>
                <a:cs typeface="Georgia"/>
                <a:sym typeface="Georgia"/>
              </a:rPr>
              <a:t>🔴 Security Solution Design evaluation endorsement  *</a:t>
            </a:r>
            <a:endParaRPr lang="en-AU" sz="700">
              <a:latin typeface="Gadugi" panose="020B0502040204020203" pitchFamily="34" charset="0"/>
              <a:ea typeface="Gadugi" panose="020B0502040204020203" pitchFamily="34" charset="0"/>
              <a:cs typeface="Georgia"/>
            </a:endParaRPr>
          </a:p>
          <a:p>
            <a:pPr marL="0" marR="0" lvl="0" indent="0" algn="l" rtl="0">
              <a:spcBef>
                <a:spcPts val="200"/>
              </a:spcBef>
              <a:spcAft>
                <a:spcPts val="100"/>
              </a:spcAft>
              <a:buNone/>
            </a:pPr>
            <a:r>
              <a:rPr lang="en-AU" sz="700">
                <a:solidFill>
                  <a:srgbClr val="FF0000"/>
                </a:solidFill>
                <a:latin typeface="Gadugi" panose="020B0502040204020203" pitchFamily="34" charset="0"/>
                <a:ea typeface="Gadugi" panose="020B0502040204020203" pitchFamily="34" charset="0"/>
                <a:cs typeface="Georgia"/>
                <a:sym typeface="Georgia"/>
              </a:rPr>
              <a:t>⭘ </a:t>
            </a:r>
            <a:r>
              <a:rPr lang="en-AU" sz="700">
                <a:latin typeface="Gadugi" panose="020B0502040204020203" pitchFamily="34" charset="0"/>
                <a:ea typeface="Gadugi" panose="020B0502040204020203" pitchFamily="34" charset="0"/>
                <a:cs typeface="Georgia"/>
                <a:sym typeface="Georgia"/>
              </a:rPr>
              <a:t>Data Migration Plan *</a:t>
            </a:r>
            <a:endParaRPr lang="en-AU" sz="700">
              <a:latin typeface="Gadugi" panose="020B0502040204020203" pitchFamily="34" charset="0"/>
              <a:ea typeface="Gadugi" panose="020B0502040204020203" pitchFamily="34" charset="0"/>
              <a:cs typeface="Georgia"/>
            </a:endParaRPr>
          </a:p>
          <a:p>
            <a:pPr>
              <a:spcBef>
                <a:spcPts val="200"/>
              </a:spcBef>
              <a:spcAft>
                <a:spcPts val="100"/>
              </a:spcAft>
            </a:pPr>
            <a:r>
              <a:rPr lang="en-AU" sz="700">
                <a:solidFill>
                  <a:srgbClr val="FF0000"/>
                </a:solidFill>
                <a:latin typeface="Gadugi" panose="020B0502040204020203" pitchFamily="34" charset="0"/>
                <a:ea typeface="Gadugi" panose="020B0502040204020203" pitchFamily="34" charset="0"/>
                <a:cs typeface="Georgia"/>
                <a:sym typeface="Georgia"/>
              </a:rPr>
              <a:t>⭘ </a:t>
            </a:r>
            <a:r>
              <a:rPr lang="en-AU" sz="700">
                <a:latin typeface="Gadugi" panose="020B0502040204020203" pitchFamily="34" charset="0"/>
                <a:ea typeface="Gadugi" panose="020B0502040204020203" pitchFamily="34" charset="0"/>
                <a:cs typeface="Georgia"/>
                <a:sym typeface="Georgia"/>
              </a:rPr>
              <a:t>Disaster Recovery Design *</a:t>
            </a:r>
            <a:endParaRPr lang="en-AU" sz="700">
              <a:latin typeface="Gadugi" panose="020B0502040204020203" pitchFamily="34" charset="0"/>
              <a:ea typeface="Gadugi" panose="020B0502040204020203" pitchFamily="34" charset="0"/>
            </a:endParaRPr>
          </a:p>
          <a:p>
            <a:pPr marL="0" marR="0" lvl="0" indent="0" algn="l" rtl="0">
              <a:spcBef>
                <a:spcPts val="200"/>
              </a:spcBef>
              <a:spcAft>
                <a:spcPts val="100"/>
              </a:spcAft>
              <a:buNone/>
            </a:pPr>
            <a:endParaRPr lang="en-AU" sz="700">
              <a:latin typeface="Gadugi" panose="020B0502040204020203" pitchFamily="34" charset="0"/>
              <a:ea typeface="Gadugi" panose="020B0502040204020203" pitchFamily="34" charset="0"/>
            </a:endParaRPr>
          </a:p>
          <a:p>
            <a:pPr marL="0" marR="0" lvl="0" indent="0" algn="l" rtl="0">
              <a:spcBef>
                <a:spcPts val="200"/>
              </a:spcBef>
              <a:spcAft>
                <a:spcPts val="0"/>
              </a:spcAft>
              <a:buNone/>
            </a:pPr>
            <a:endParaRPr sz="700">
              <a:solidFill>
                <a:srgbClr val="000000"/>
              </a:solidFill>
              <a:latin typeface="Gadugi" panose="020B0502040204020203" pitchFamily="34" charset="0"/>
              <a:ea typeface="Gadugi" panose="020B0502040204020203" pitchFamily="34" charset="0"/>
              <a:cs typeface="Georgia"/>
              <a:sym typeface="Georgia"/>
            </a:endParaRPr>
          </a:p>
          <a:p>
            <a:pPr marL="0" marR="0" lvl="0" indent="0" algn="l" rtl="0">
              <a:spcBef>
                <a:spcPts val="200"/>
              </a:spcBef>
              <a:spcAft>
                <a:spcPts val="0"/>
              </a:spcAft>
              <a:buNone/>
            </a:pPr>
            <a:endParaRPr sz="700">
              <a:solidFill>
                <a:srgbClr val="000000"/>
              </a:solidFill>
              <a:latin typeface="Gadugi" panose="020B0502040204020203" pitchFamily="34" charset="0"/>
              <a:ea typeface="Gadugi" panose="020B0502040204020203" pitchFamily="34" charset="0"/>
              <a:cs typeface="Georgia"/>
              <a:sym typeface="Georgia"/>
            </a:endParaRPr>
          </a:p>
        </p:txBody>
      </p:sp>
      <p:sp>
        <p:nvSpPr>
          <p:cNvPr id="33" name="Google Shape;324;p21">
            <a:extLst>
              <a:ext uri="{FF2B5EF4-FFF2-40B4-BE49-F238E27FC236}">
                <a16:creationId xmlns:a16="http://schemas.microsoft.com/office/drawing/2014/main" id="{E2B7757B-192D-E7FE-D65B-F4F5EAC5A992}"/>
              </a:ext>
            </a:extLst>
          </p:cNvPr>
          <p:cNvSpPr txBox="1"/>
          <p:nvPr/>
        </p:nvSpPr>
        <p:spPr>
          <a:xfrm>
            <a:off x="7986331" y="3478887"/>
            <a:ext cx="1589659" cy="1433604"/>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100"/>
              </a:spcAft>
              <a:buNone/>
            </a:pPr>
            <a:r>
              <a:rPr lang="en-AU" sz="700" dirty="0">
                <a:latin typeface="Gadugi" panose="020B0502040204020203" pitchFamily="34" charset="0"/>
                <a:ea typeface="Gadugi" panose="020B0502040204020203" pitchFamily="34" charset="0"/>
                <a:cs typeface="Georgia"/>
                <a:sym typeface="Georgia"/>
              </a:rPr>
              <a:t>🔴 As-Built Documentation *</a:t>
            </a:r>
            <a:endParaRPr lang="en-US"/>
          </a:p>
          <a:p>
            <a:pPr>
              <a:spcAft>
                <a:spcPts val="100"/>
              </a:spcAft>
            </a:pPr>
            <a:r>
              <a:rPr lang="en-AU" sz="700" dirty="0">
                <a:latin typeface="Gadugi" panose="020B0502040204020203" pitchFamily="34" charset="0"/>
                <a:ea typeface="Gadugi" panose="020B0502040204020203" pitchFamily="34" charset="0"/>
                <a:cs typeface="Georgia"/>
                <a:sym typeface="Georgia"/>
              </a:rPr>
              <a:t>🔴 Transition to Operations </a:t>
            </a:r>
            <a:endParaRPr lang="en-AU" sz="700">
              <a:latin typeface="Gadugi" panose="020B0502040204020203" pitchFamily="34" charset="0"/>
              <a:ea typeface="Gadugi" panose="020B0502040204020203" pitchFamily="34" charset="0"/>
              <a:cs typeface="Georgia"/>
            </a:endParaRPr>
          </a:p>
          <a:p>
            <a:pPr>
              <a:spcAft>
                <a:spcPts val="100"/>
              </a:spcAft>
            </a:pPr>
            <a:r>
              <a:rPr lang="en-AU" sz="700" dirty="0">
                <a:latin typeface="Gadugi" panose="020B0502040204020203" pitchFamily="34" charset="0"/>
                <a:ea typeface="Gadugi" panose="020B0502040204020203" pitchFamily="34" charset="0"/>
                <a:cs typeface="Georgia"/>
                <a:sym typeface="Georgia"/>
              </a:rPr>
              <a:t>🔴  Implementation / Hypercare Plan * (final)</a:t>
            </a:r>
            <a:endParaRPr lang="en-AU" sz="700">
              <a:latin typeface="Gadugi" panose="020B0502040204020203" pitchFamily="34" charset="0"/>
              <a:ea typeface="Gadugi" panose="020B0502040204020203" pitchFamily="34" charset="0"/>
            </a:endParaRPr>
          </a:p>
          <a:p>
            <a:pPr marL="0" marR="0" lvl="0" indent="0" algn="l" rtl="0">
              <a:spcBef>
                <a:spcPts val="200"/>
              </a:spcBef>
              <a:spcAft>
                <a:spcPts val="100"/>
              </a:spcAft>
              <a:buNone/>
            </a:pPr>
            <a:r>
              <a:rPr lang="en-AU" sz="700" dirty="0">
                <a:solidFill>
                  <a:srgbClr val="FF0000"/>
                </a:solidFill>
                <a:latin typeface="Gadugi" panose="020B0502040204020203" pitchFamily="34" charset="0"/>
                <a:ea typeface="Gadugi" panose="020B0502040204020203" pitchFamily="34" charset="0"/>
                <a:cs typeface="Georgia"/>
                <a:sym typeface="Georgia"/>
              </a:rPr>
              <a:t>⭘</a:t>
            </a:r>
            <a:r>
              <a:rPr lang="en-AU" sz="700" dirty="0">
                <a:latin typeface="Gadugi" panose="020B0502040204020203" pitchFamily="34" charset="0"/>
                <a:ea typeface="Gadugi" panose="020B0502040204020203" pitchFamily="34" charset="0"/>
                <a:cs typeface="Georgia"/>
                <a:sym typeface="Georgia"/>
              </a:rPr>
              <a:t> Knowledge Base for Service Desk</a:t>
            </a:r>
            <a:endParaRPr lang="en-AU" sz="700">
              <a:latin typeface="Gadugi" panose="020B0502040204020203" pitchFamily="34" charset="0"/>
              <a:ea typeface="Gadugi" panose="020B0502040204020203" pitchFamily="34" charset="0"/>
              <a:cs typeface="Georgia"/>
            </a:endParaRPr>
          </a:p>
          <a:p>
            <a:pPr>
              <a:spcBef>
                <a:spcPts val="200"/>
              </a:spcBef>
              <a:spcAft>
                <a:spcPts val="100"/>
              </a:spcAft>
            </a:pPr>
            <a:r>
              <a:rPr lang="en-AU" sz="700" dirty="0">
                <a:solidFill>
                  <a:srgbClr val="FF0000"/>
                </a:solidFill>
                <a:latin typeface="Gadugi" panose="020B0502040204020203" pitchFamily="34" charset="0"/>
                <a:ea typeface="Gadugi" panose="020B0502040204020203" pitchFamily="34" charset="0"/>
                <a:cs typeface="Georgia"/>
                <a:sym typeface="Georgia"/>
              </a:rPr>
              <a:t>⭘</a:t>
            </a:r>
            <a:r>
              <a:rPr lang="en-AU" sz="700" dirty="0">
                <a:latin typeface="Gadugi" panose="020B0502040204020203" pitchFamily="34" charset="0"/>
                <a:ea typeface="Gadugi" panose="020B0502040204020203" pitchFamily="34" charset="0"/>
                <a:cs typeface="Georgia"/>
                <a:sym typeface="Georgia"/>
              </a:rPr>
              <a:t> Promapp/Process Manager Process/Procedures for Business</a:t>
            </a:r>
            <a:endParaRPr lang="en-AU" sz="700" dirty="0">
              <a:latin typeface="Gadugi" panose="020B0502040204020203" pitchFamily="34" charset="0"/>
              <a:ea typeface="Gadugi" panose="020B0502040204020203" pitchFamily="34" charset="0"/>
              <a:cs typeface="Georgia"/>
            </a:endParaRPr>
          </a:p>
          <a:p>
            <a:pPr>
              <a:spcBef>
                <a:spcPts val="200"/>
              </a:spcBef>
            </a:pPr>
            <a:endParaRPr lang="en-AU" sz="700">
              <a:latin typeface="Gadugi" panose="020B0502040204020203" pitchFamily="34" charset="0"/>
              <a:ea typeface="Gadugi" panose="020B0502040204020203" pitchFamily="34" charset="0"/>
            </a:endParaRPr>
          </a:p>
          <a:p>
            <a:pPr marL="0" marR="0" lvl="0" indent="0" algn="l" rtl="0">
              <a:spcBef>
                <a:spcPts val="0"/>
              </a:spcBef>
              <a:spcAft>
                <a:spcPts val="0"/>
              </a:spcAft>
              <a:buNone/>
            </a:pPr>
            <a:endParaRPr lang="en-AU">
              <a:latin typeface="Gadugi" panose="020B0502040204020203" pitchFamily="34" charset="0"/>
              <a:ea typeface="Gadugi" panose="020B0502040204020203" pitchFamily="34" charset="0"/>
            </a:endParaRPr>
          </a:p>
        </p:txBody>
      </p:sp>
      <p:grpSp>
        <p:nvGrpSpPr>
          <p:cNvPr id="36" name="Group 35">
            <a:extLst>
              <a:ext uri="{FF2B5EF4-FFF2-40B4-BE49-F238E27FC236}">
                <a16:creationId xmlns:a16="http://schemas.microsoft.com/office/drawing/2014/main" id="{78EBED09-B339-D63D-73DD-440D8F1AE7A3}"/>
              </a:ext>
            </a:extLst>
          </p:cNvPr>
          <p:cNvGrpSpPr/>
          <p:nvPr/>
        </p:nvGrpSpPr>
        <p:grpSpPr>
          <a:xfrm>
            <a:off x="-161665" y="545974"/>
            <a:ext cx="1549475" cy="1219410"/>
            <a:chOff x="7359424" y="3778786"/>
            <a:chExt cx="1549475" cy="1219410"/>
          </a:xfrm>
        </p:grpSpPr>
        <p:grpSp>
          <p:nvGrpSpPr>
            <p:cNvPr id="37" name="Group 36">
              <a:extLst>
                <a:ext uri="{FF2B5EF4-FFF2-40B4-BE49-F238E27FC236}">
                  <a16:creationId xmlns:a16="http://schemas.microsoft.com/office/drawing/2014/main" id="{B4E36C8D-2E35-A0F7-8B81-F64BCEE376C8}"/>
                </a:ext>
              </a:extLst>
            </p:cNvPr>
            <p:cNvGrpSpPr/>
            <p:nvPr/>
          </p:nvGrpSpPr>
          <p:grpSpPr>
            <a:xfrm>
              <a:off x="7359424" y="3778786"/>
              <a:ext cx="1549475" cy="1219410"/>
              <a:chOff x="624683" y="1674565"/>
              <a:chExt cx="1549475" cy="1219410"/>
            </a:xfrm>
          </p:grpSpPr>
          <p:sp>
            <p:nvSpPr>
              <p:cNvPr id="39" name="Oval 38">
                <a:extLst>
                  <a:ext uri="{FF2B5EF4-FFF2-40B4-BE49-F238E27FC236}">
                    <a16:creationId xmlns:a16="http://schemas.microsoft.com/office/drawing/2014/main" id="{97F350D4-2256-1418-066F-43DF3BE41906}"/>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D80FE0E6-F344-3499-58F4-247DFF06DBEE}"/>
                  </a:ext>
                </a:extLst>
              </p:cNvPr>
              <p:cNvSpPr txBox="1"/>
              <p:nvPr/>
            </p:nvSpPr>
            <p:spPr>
              <a:xfrm>
                <a:off x="624683" y="2635058"/>
                <a:ext cx="1549475" cy="258917"/>
              </a:xfrm>
              <a:prstGeom prst="rect">
                <a:avLst/>
              </a:prstGeom>
              <a:noFill/>
            </p:spPr>
            <p:txBody>
              <a:bodyPr wrap="square" lIns="91440" tIns="45720" rIns="91440" bIns="45720" rtlCol="0" anchor="t">
                <a:spAutoFit/>
              </a:bodyPr>
              <a:lstStyle/>
              <a:p>
                <a:pPr algn="ctr">
                  <a:lnSpc>
                    <a:spcPts val="1400"/>
                  </a:lnSpc>
                  <a:spcAft>
                    <a:spcPts val="0"/>
                  </a:spcAft>
                </a:pPr>
                <a:r>
                  <a:rPr lang="en-AU" sz="1000" b="1" dirty="0">
                    <a:solidFill>
                      <a:srgbClr val="1A365D"/>
                    </a:solidFill>
                    <a:effectLst/>
                    <a:latin typeface="Gadugi"/>
                    <a:ea typeface="Gadugi"/>
                    <a:cs typeface="Times New Roman"/>
                  </a:rPr>
                  <a:t>Initiative Lifecycle</a:t>
                </a:r>
              </a:p>
            </p:txBody>
          </p:sp>
        </p:grpSp>
        <p:pic>
          <p:nvPicPr>
            <p:cNvPr id="38" name="Graphic 37" descr="Travel outline">
              <a:extLst>
                <a:ext uri="{FF2B5EF4-FFF2-40B4-BE49-F238E27FC236}">
                  <a16:creationId xmlns:a16="http://schemas.microsoft.com/office/drawing/2014/main" id="{1CF497BE-A45B-0686-AB34-93C252DD7C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40305" y="3910385"/>
              <a:ext cx="661299" cy="661299"/>
            </a:xfrm>
            <a:prstGeom prst="rect">
              <a:avLst/>
            </a:prstGeom>
          </p:spPr>
        </p:pic>
      </p:grpSp>
      <p:grpSp>
        <p:nvGrpSpPr>
          <p:cNvPr id="41" name="Group 40">
            <a:extLst>
              <a:ext uri="{FF2B5EF4-FFF2-40B4-BE49-F238E27FC236}">
                <a16:creationId xmlns:a16="http://schemas.microsoft.com/office/drawing/2014/main" id="{F1BBAB97-25F4-3F57-CFDD-9AE11FE852A4}"/>
              </a:ext>
            </a:extLst>
          </p:cNvPr>
          <p:cNvGrpSpPr/>
          <p:nvPr/>
        </p:nvGrpSpPr>
        <p:grpSpPr>
          <a:xfrm>
            <a:off x="1978785" y="581781"/>
            <a:ext cx="1549475" cy="1295826"/>
            <a:chOff x="7407203" y="1872868"/>
            <a:chExt cx="1549475" cy="1295826"/>
          </a:xfrm>
        </p:grpSpPr>
        <p:grpSp>
          <p:nvGrpSpPr>
            <p:cNvPr id="42" name="Group 41">
              <a:extLst>
                <a:ext uri="{FF2B5EF4-FFF2-40B4-BE49-F238E27FC236}">
                  <a16:creationId xmlns:a16="http://schemas.microsoft.com/office/drawing/2014/main" id="{13680228-72E6-B063-7222-CAA46CCB8A60}"/>
                </a:ext>
              </a:extLst>
            </p:cNvPr>
            <p:cNvGrpSpPr/>
            <p:nvPr/>
          </p:nvGrpSpPr>
          <p:grpSpPr>
            <a:xfrm>
              <a:off x="7407203" y="1872868"/>
              <a:ext cx="1549475" cy="1295826"/>
              <a:chOff x="672462" y="1674565"/>
              <a:chExt cx="1549475" cy="1295826"/>
            </a:xfrm>
          </p:grpSpPr>
          <p:sp>
            <p:nvSpPr>
              <p:cNvPr id="44" name="Oval 43">
                <a:extLst>
                  <a:ext uri="{FF2B5EF4-FFF2-40B4-BE49-F238E27FC236}">
                    <a16:creationId xmlns:a16="http://schemas.microsoft.com/office/drawing/2014/main" id="{2CE771CC-C02A-15FC-D823-F9987C4CD28F}"/>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3AB6BC9E-428D-8A68-1ED2-23B1A033DF21}"/>
                  </a:ext>
                </a:extLst>
              </p:cNvPr>
              <p:cNvSpPr txBox="1"/>
              <p:nvPr/>
            </p:nvSpPr>
            <p:spPr>
              <a:xfrm>
                <a:off x="672462" y="2698522"/>
                <a:ext cx="1549475" cy="271869"/>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dirty="0">
                    <a:solidFill>
                      <a:schemeClr val="bg1"/>
                    </a:solidFill>
                    <a:effectLst/>
                    <a:latin typeface="Gadugi" panose="020B0502040204020203" pitchFamily="34" charset="0"/>
                    <a:ea typeface="Gadugi" panose="020B0502040204020203" pitchFamily="34" charset="0"/>
                  </a:rPr>
                  <a:t>DETERMINE</a:t>
                </a:r>
                <a:endParaRPr lang="en-AU" sz="1200" b="0" dirty="0">
                  <a:ln>
                    <a:solidFill>
                      <a:srgbClr val="1A365D"/>
                    </a:solidFill>
                  </a:ln>
                  <a:solidFill>
                    <a:schemeClr val="bg1"/>
                  </a:solidFill>
                  <a:latin typeface="Gadugi" panose="020B0502040204020203" pitchFamily="34" charset="0"/>
                  <a:ea typeface="Gadugi" panose="020B0502040204020203" pitchFamily="34" charset="0"/>
                  <a:cs typeface="Arial" panose="020B0604020202020204" pitchFamily="34" charset="0"/>
                </a:endParaRPr>
              </a:p>
            </p:txBody>
          </p:sp>
        </p:grpSp>
        <p:pic>
          <p:nvPicPr>
            <p:cNvPr id="43" name="Graphic 42" descr="Questions outline">
              <a:extLst>
                <a:ext uri="{FF2B5EF4-FFF2-40B4-BE49-F238E27FC236}">
                  <a16:creationId xmlns:a16="http://schemas.microsoft.com/office/drawing/2014/main" id="{B80BB217-24CB-7745-D47B-8820A06E87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873247" y="2026707"/>
              <a:ext cx="595306" cy="595306"/>
            </a:xfrm>
            <a:prstGeom prst="rect">
              <a:avLst/>
            </a:prstGeom>
          </p:spPr>
        </p:pic>
      </p:grpSp>
      <p:grpSp>
        <p:nvGrpSpPr>
          <p:cNvPr id="46" name="Group 45">
            <a:extLst>
              <a:ext uri="{FF2B5EF4-FFF2-40B4-BE49-F238E27FC236}">
                <a16:creationId xmlns:a16="http://schemas.microsoft.com/office/drawing/2014/main" id="{9AD30D5B-79BC-1745-C338-8F647D338792}"/>
              </a:ext>
            </a:extLst>
          </p:cNvPr>
          <p:cNvGrpSpPr/>
          <p:nvPr/>
        </p:nvGrpSpPr>
        <p:grpSpPr>
          <a:xfrm>
            <a:off x="3427526" y="545974"/>
            <a:ext cx="1539579" cy="1216658"/>
            <a:chOff x="2356147" y="1872868"/>
            <a:chExt cx="1549475" cy="1295826"/>
          </a:xfrm>
        </p:grpSpPr>
        <p:grpSp>
          <p:nvGrpSpPr>
            <p:cNvPr id="47" name="Group 46">
              <a:extLst>
                <a:ext uri="{FF2B5EF4-FFF2-40B4-BE49-F238E27FC236}">
                  <a16:creationId xmlns:a16="http://schemas.microsoft.com/office/drawing/2014/main" id="{40AC1079-0B16-C27A-2087-D88542EE2F84}"/>
                </a:ext>
              </a:extLst>
            </p:cNvPr>
            <p:cNvGrpSpPr/>
            <p:nvPr/>
          </p:nvGrpSpPr>
          <p:grpSpPr>
            <a:xfrm>
              <a:off x="2356147" y="1872868"/>
              <a:ext cx="1549475" cy="1295826"/>
              <a:chOff x="672462" y="1674565"/>
              <a:chExt cx="1549475" cy="1295826"/>
            </a:xfrm>
          </p:grpSpPr>
          <p:sp>
            <p:nvSpPr>
              <p:cNvPr id="49" name="Oval 48">
                <a:extLst>
                  <a:ext uri="{FF2B5EF4-FFF2-40B4-BE49-F238E27FC236}">
                    <a16:creationId xmlns:a16="http://schemas.microsoft.com/office/drawing/2014/main" id="{FBBD4D03-5FFF-058C-295B-02C64375D7DF}"/>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0" name="TextBox 49">
                <a:extLst>
                  <a:ext uri="{FF2B5EF4-FFF2-40B4-BE49-F238E27FC236}">
                    <a16:creationId xmlns:a16="http://schemas.microsoft.com/office/drawing/2014/main" id="{DAEEC0C4-EF73-7D3C-1438-FEF3A4C2D2D5}"/>
                  </a:ext>
                </a:extLst>
              </p:cNvPr>
              <p:cNvSpPr txBox="1"/>
              <p:nvPr/>
            </p:nvSpPr>
            <p:spPr>
              <a:xfrm>
                <a:off x="672462" y="2698522"/>
                <a:ext cx="1549475" cy="271869"/>
              </a:xfrm>
              <a:prstGeom prst="rect">
                <a:avLst/>
              </a:prstGeom>
              <a:noFill/>
            </p:spPr>
            <p:txBody>
              <a:bodyPr wrap="square" rtlCol="0">
                <a:spAutoFit/>
              </a:bodyPr>
              <a:lstStyle/>
              <a:p>
                <a:pPr algn="ctr">
                  <a:lnSpc>
                    <a:spcPts val="1400"/>
                  </a:lnSpc>
                  <a:spcAft>
                    <a:spcPts val="0"/>
                  </a:spcAft>
                </a:pPr>
                <a:r>
                  <a:rPr lang="en-AU" sz="1200" b="1">
                    <a:solidFill>
                      <a:srgbClr val="1A365D"/>
                    </a:solidFill>
                    <a:effectLst/>
                    <a:latin typeface="Gadugi" panose="020B0502040204020203" pitchFamily="34" charset="0"/>
                    <a:ea typeface="Gadugi" panose="020B0502040204020203" pitchFamily="34" charset="0"/>
                  </a:rPr>
                  <a:t>Initiate</a:t>
                </a:r>
                <a:endParaRPr lang="en-AU" sz="1200" b="1">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48" name="Graphic 47" descr="Play outline">
              <a:extLst>
                <a:ext uri="{FF2B5EF4-FFF2-40B4-BE49-F238E27FC236}">
                  <a16:creationId xmlns:a16="http://schemas.microsoft.com/office/drawing/2014/main" id="{D570C9EC-715C-F5A6-E9F1-5618F389DD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2774818" y="1976767"/>
              <a:ext cx="712132" cy="712132"/>
            </a:xfrm>
            <a:prstGeom prst="rect">
              <a:avLst/>
            </a:prstGeom>
          </p:spPr>
        </p:pic>
      </p:grpSp>
      <p:grpSp>
        <p:nvGrpSpPr>
          <p:cNvPr id="51" name="Group 50">
            <a:extLst>
              <a:ext uri="{FF2B5EF4-FFF2-40B4-BE49-F238E27FC236}">
                <a16:creationId xmlns:a16="http://schemas.microsoft.com/office/drawing/2014/main" id="{0F03DF7D-2F47-E8A7-1996-30115A7AFBAC}"/>
              </a:ext>
            </a:extLst>
          </p:cNvPr>
          <p:cNvGrpSpPr/>
          <p:nvPr/>
        </p:nvGrpSpPr>
        <p:grpSpPr>
          <a:xfrm>
            <a:off x="10621346" y="540916"/>
            <a:ext cx="1568090" cy="1313560"/>
            <a:chOff x="5723517" y="1923752"/>
            <a:chExt cx="1549475" cy="1310635"/>
          </a:xfrm>
        </p:grpSpPr>
        <p:grpSp>
          <p:nvGrpSpPr>
            <p:cNvPr id="52" name="Group 51">
              <a:extLst>
                <a:ext uri="{FF2B5EF4-FFF2-40B4-BE49-F238E27FC236}">
                  <a16:creationId xmlns:a16="http://schemas.microsoft.com/office/drawing/2014/main" id="{4B328E2F-4347-080D-9797-923D5A9992F9}"/>
                </a:ext>
              </a:extLst>
            </p:cNvPr>
            <p:cNvGrpSpPr/>
            <p:nvPr/>
          </p:nvGrpSpPr>
          <p:grpSpPr>
            <a:xfrm>
              <a:off x="5723517" y="1923752"/>
              <a:ext cx="1549475" cy="1310635"/>
              <a:chOff x="672462" y="1725449"/>
              <a:chExt cx="1549475" cy="1310635"/>
            </a:xfrm>
          </p:grpSpPr>
          <p:sp>
            <p:nvSpPr>
              <p:cNvPr id="54" name="Oval 53">
                <a:extLst>
                  <a:ext uri="{FF2B5EF4-FFF2-40B4-BE49-F238E27FC236}">
                    <a16:creationId xmlns:a16="http://schemas.microsoft.com/office/drawing/2014/main" id="{6F7FD4C7-51FB-4B39-1AEE-03D62680B908}"/>
                  </a:ext>
                </a:extLst>
              </p:cNvPr>
              <p:cNvSpPr/>
              <p:nvPr/>
            </p:nvSpPr>
            <p:spPr>
              <a:xfrm>
                <a:off x="989131" y="1725449"/>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34911BB6-7EB1-E2AF-9F52-2661080CCDD5}"/>
                  </a:ext>
                </a:extLst>
              </p:cNvPr>
              <p:cNvSpPr txBox="1"/>
              <p:nvPr/>
            </p:nvSpPr>
            <p:spPr>
              <a:xfrm>
                <a:off x="672462" y="2698522"/>
                <a:ext cx="1549475" cy="337562"/>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a:solidFill>
                      <a:srgbClr val="1A365D"/>
                    </a:solidFill>
                    <a:effectLst/>
                    <a:latin typeface="Gadugi" panose="020B0502040204020203" pitchFamily="34" charset="0"/>
                    <a:ea typeface="Gadugi" panose="020B0502040204020203" pitchFamily="34" charset="0"/>
                  </a:rPr>
                  <a:t>Close</a:t>
                </a:r>
                <a:endParaRPr lang="en-AU" sz="1200" b="1">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53" name="Graphic 52" descr="Completed outline">
              <a:extLst>
                <a:ext uri="{FF2B5EF4-FFF2-40B4-BE49-F238E27FC236}">
                  <a16:creationId xmlns:a16="http://schemas.microsoft.com/office/drawing/2014/main" id="{E7A420D4-FD93-A747-A81F-551FF756C32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6192174" y="2026707"/>
              <a:ext cx="610425" cy="617976"/>
            </a:xfrm>
            <a:prstGeom prst="rect">
              <a:avLst/>
            </a:prstGeom>
          </p:spPr>
        </p:pic>
      </p:grpSp>
      <p:grpSp>
        <p:nvGrpSpPr>
          <p:cNvPr id="56" name="Group 55">
            <a:extLst>
              <a:ext uri="{FF2B5EF4-FFF2-40B4-BE49-F238E27FC236}">
                <a16:creationId xmlns:a16="http://schemas.microsoft.com/office/drawing/2014/main" id="{7E285A13-4302-FFA9-D3A3-AFC19DB21D50}"/>
              </a:ext>
            </a:extLst>
          </p:cNvPr>
          <p:cNvGrpSpPr/>
          <p:nvPr/>
        </p:nvGrpSpPr>
        <p:grpSpPr>
          <a:xfrm>
            <a:off x="9214382" y="541934"/>
            <a:ext cx="1683685" cy="1295826"/>
            <a:chOff x="3962713" y="1872868"/>
            <a:chExt cx="1683685" cy="1295826"/>
          </a:xfrm>
        </p:grpSpPr>
        <p:grpSp>
          <p:nvGrpSpPr>
            <p:cNvPr id="57" name="Group 56">
              <a:extLst>
                <a:ext uri="{FF2B5EF4-FFF2-40B4-BE49-F238E27FC236}">
                  <a16:creationId xmlns:a16="http://schemas.microsoft.com/office/drawing/2014/main" id="{CE42A746-1647-7029-6B56-83951B98A7B9}"/>
                </a:ext>
              </a:extLst>
            </p:cNvPr>
            <p:cNvGrpSpPr/>
            <p:nvPr/>
          </p:nvGrpSpPr>
          <p:grpSpPr>
            <a:xfrm>
              <a:off x="3962713" y="1872868"/>
              <a:ext cx="1683685" cy="1295826"/>
              <a:chOff x="595343" y="1674565"/>
              <a:chExt cx="1683685" cy="1295826"/>
            </a:xfrm>
          </p:grpSpPr>
          <p:sp>
            <p:nvSpPr>
              <p:cNvPr id="59" name="Oval 58">
                <a:extLst>
                  <a:ext uri="{FF2B5EF4-FFF2-40B4-BE49-F238E27FC236}">
                    <a16:creationId xmlns:a16="http://schemas.microsoft.com/office/drawing/2014/main" id="{F9D246E7-1CFE-D4AB-82EA-E9799B88DC38}"/>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TextBox 59">
                <a:extLst>
                  <a:ext uri="{FF2B5EF4-FFF2-40B4-BE49-F238E27FC236}">
                    <a16:creationId xmlns:a16="http://schemas.microsoft.com/office/drawing/2014/main" id="{FAD55CB6-1758-B04D-1459-68866F205488}"/>
                  </a:ext>
                </a:extLst>
              </p:cNvPr>
              <p:cNvSpPr txBox="1"/>
              <p:nvPr/>
            </p:nvSpPr>
            <p:spPr>
              <a:xfrm>
                <a:off x="595343" y="2698522"/>
                <a:ext cx="1683685" cy="271869"/>
              </a:xfrm>
              <a:prstGeom prst="rect">
                <a:avLst/>
              </a:prstGeom>
              <a:noFill/>
            </p:spPr>
            <p:txBody>
              <a:bodyPr wrap="square" rtlCol="0">
                <a:spAutoFit/>
              </a:bodyPr>
              <a:lstStyle/>
              <a:p>
                <a:pPr algn="ctr">
                  <a:lnSpc>
                    <a:spcPts val="1400"/>
                  </a:lnSpc>
                  <a:spcAft>
                    <a:spcPts val="0"/>
                  </a:spcAft>
                </a:pPr>
                <a:r>
                  <a:rPr lang="en-AU" sz="1200" b="1">
                    <a:solidFill>
                      <a:srgbClr val="1A365D"/>
                    </a:solidFill>
                    <a:effectLst/>
                    <a:latin typeface="Gadugi" panose="020B0502040204020203" pitchFamily="34" charset="0"/>
                    <a:ea typeface="Gadugi" panose="020B0502040204020203" pitchFamily="34" charset="0"/>
                  </a:rPr>
                  <a:t>   Implement</a:t>
                </a:r>
                <a:endParaRPr lang="en-AU" sz="1200" b="1">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58" name="Graphic 57" descr="Clipboard Badge outline">
              <a:extLst>
                <a:ext uri="{FF2B5EF4-FFF2-40B4-BE49-F238E27FC236}">
                  <a16:creationId xmlns:a16="http://schemas.microsoft.com/office/drawing/2014/main" id="{B3DF2E03-A157-4211-4202-5265D774973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4511208" y="2026707"/>
              <a:ext cx="606721" cy="606721"/>
            </a:xfrm>
            <a:prstGeom prst="rect">
              <a:avLst/>
            </a:prstGeom>
          </p:spPr>
        </p:pic>
      </p:grpSp>
      <p:grpSp>
        <p:nvGrpSpPr>
          <p:cNvPr id="61" name="Group 60">
            <a:extLst>
              <a:ext uri="{FF2B5EF4-FFF2-40B4-BE49-F238E27FC236}">
                <a16:creationId xmlns:a16="http://schemas.microsoft.com/office/drawing/2014/main" id="{E2F31481-97E9-56F7-35ED-E4D5DCFC6F36}"/>
              </a:ext>
            </a:extLst>
          </p:cNvPr>
          <p:cNvGrpSpPr/>
          <p:nvPr/>
        </p:nvGrpSpPr>
        <p:grpSpPr>
          <a:xfrm>
            <a:off x="7759361" y="531019"/>
            <a:ext cx="1549475" cy="1295826"/>
            <a:chOff x="4039832" y="3778786"/>
            <a:chExt cx="1549475" cy="1295826"/>
          </a:xfrm>
        </p:grpSpPr>
        <p:grpSp>
          <p:nvGrpSpPr>
            <p:cNvPr id="62" name="Group 61">
              <a:extLst>
                <a:ext uri="{FF2B5EF4-FFF2-40B4-BE49-F238E27FC236}">
                  <a16:creationId xmlns:a16="http://schemas.microsoft.com/office/drawing/2014/main" id="{AB05FB4A-0FDC-6983-2382-C01EF05890B7}"/>
                </a:ext>
              </a:extLst>
            </p:cNvPr>
            <p:cNvGrpSpPr/>
            <p:nvPr/>
          </p:nvGrpSpPr>
          <p:grpSpPr>
            <a:xfrm>
              <a:off x="4039832" y="3778786"/>
              <a:ext cx="1549475" cy="1295826"/>
              <a:chOff x="672462" y="1674565"/>
              <a:chExt cx="1549475" cy="1295826"/>
            </a:xfrm>
          </p:grpSpPr>
          <p:sp>
            <p:nvSpPr>
              <p:cNvPr id="64" name="Oval 63">
                <a:extLst>
                  <a:ext uri="{FF2B5EF4-FFF2-40B4-BE49-F238E27FC236}">
                    <a16:creationId xmlns:a16="http://schemas.microsoft.com/office/drawing/2014/main" id="{15F6A9F5-E64E-CA2E-7FD7-5CD49E4F301C}"/>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TextBox 64">
                <a:extLst>
                  <a:ext uri="{FF2B5EF4-FFF2-40B4-BE49-F238E27FC236}">
                    <a16:creationId xmlns:a16="http://schemas.microsoft.com/office/drawing/2014/main" id="{20CAC75A-DC94-33A9-1F93-35D9625972C5}"/>
                  </a:ext>
                </a:extLst>
              </p:cNvPr>
              <p:cNvSpPr txBox="1"/>
              <p:nvPr/>
            </p:nvSpPr>
            <p:spPr>
              <a:xfrm>
                <a:off x="672462" y="2698522"/>
                <a:ext cx="1549475" cy="271869"/>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a:solidFill>
                      <a:srgbClr val="1A365D"/>
                    </a:solidFill>
                    <a:effectLst/>
                    <a:latin typeface="Gadugi" panose="020B0502040204020203" pitchFamily="34" charset="0"/>
                    <a:ea typeface="Gadugi" panose="020B0502040204020203" pitchFamily="34" charset="0"/>
                    <a:cs typeface="Times New Roman" panose="02020603050405020304" pitchFamily="18" charset="0"/>
                  </a:rPr>
                  <a:t>Build</a:t>
                </a:r>
              </a:p>
            </p:txBody>
          </p:sp>
        </p:grpSp>
        <p:pic>
          <p:nvPicPr>
            <p:cNvPr id="63" name="Graphic 62" descr="Cloud Computing outline">
              <a:extLst>
                <a:ext uri="{FF2B5EF4-FFF2-40B4-BE49-F238E27FC236}">
                  <a16:creationId xmlns:a16="http://schemas.microsoft.com/office/drawing/2014/main" id="{7A594759-A13F-0EB5-EE5C-1F49685CD1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529364" y="3939403"/>
              <a:ext cx="588565" cy="588565"/>
            </a:xfrm>
            <a:prstGeom prst="rect">
              <a:avLst/>
            </a:prstGeom>
          </p:spPr>
        </p:pic>
      </p:grpSp>
      <p:grpSp>
        <p:nvGrpSpPr>
          <p:cNvPr id="71" name="Group 70">
            <a:extLst>
              <a:ext uri="{FF2B5EF4-FFF2-40B4-BE49-F238E27FC236}">
                <a16:creationId xmlns:a16="http://schemas.microsoft.com/office/drawing/2014/main" id="{F678D507-FF52-0A89-A132-CC627EAF83A6}"/>
              </a:ext>
            </a:extLst>
          </p:cNvPr>
          <p:cNvGrpSpPr/>
          <p:nvPr/>
        </p:nvGrpSpPr>
        <p:grpSpPr>
          <a:xfrm>
            <a:off x="4966649" y="545779"/>
            <a:ext cx="1460411" cy="1216658"/>
            <a:chOff x="2356147" y="3778786"/>
            <a:chExt cx="1549475" cy="1295826"/>
          </a:xfrm>
        </p:grpSpPr>
        <p:grpSp>
          <p:nvGrpSpPr>
            <p:cNvPr id="72" name="Group 71">
              <a:extLst>
                <a:ext uri="{FF2B5EF4-FFF2-40B4-BE49-F238E27FC236}">
                  <a16:creationId xmlns:a16="http://schemas.microsoft.com/office/drawing/2014/main" id="{C0221FB1-02A7-E9F3-CE28-6A203921B403}"/>
                </a:ext>
              </a:extLst>
            </p:cNvPr>
            <p:cNvGrpSpPr/>
            <p:nvPr/>
          </p:nvGrpSpPr>
          <p:grpSpPr>
            <a:xfrm>
              <a:off x="2356147" y="3778786"/>
              <a:ext cx="1549475" cy="1295826"/>
              <a:chOff x="672462" y="1674565"/>
              <a:chExt cx="1549475" cy="1295826"/>
            </a:xfrm>
          </p:grpSpPr>
          <p:sp>
            <p:nvSpPr>
              <p:cNvPr id="74" name="Oval 73">
                <a:extLst>
                  <a:ext uri="{FF2B5EF4-FFF2-40B4-BE49-F238E27FC236}">
                    <a16:creationId xmlns:a16="http://schemas.microsoft.com/office/drawing/2014/main" id="{28233CA1-2F13-A62A-9C55-7901BE6913DB}"/>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TextBox 74">
                <a:extLst>
                  <a:ext uri="{FF2B5EF4-FFF2-40B4-BE49-F238E27FC236}">
                    <a16:creationId xmlns:a16="http://schemas.microsoft.com/office/drawing/2014/main" id="{25BAA958-6C40-7DC0-B286-0060458A3F20}"/>
                  </a:ext>
                </a:extLst>
              </p:cNvPr>
              <p:cNvSpPr txBox="1"/>
              <p:nvPr/>
            </p:nvSpPr>
            <p:spPr>
              <a:xfrm>
                <a:off x="672462" y="2698522"/>
                <a:ext cx="1549475" cy="271869"/>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rPr>
                  <a:t>Define</a:t>
                </a:r>
              </a:p>
            </p:txBody>
          </p:sp>
        </p:grpSp>
        <p:pic>
          <p:nvPicPr>
            <p:cNvPr id="73" name="Graphic 72" descr="List outline">
              <a:extLst>
                <a:ext uri="{FF2B5EF4-FFF2-40B4-BE49-F238E27FC236}">
                  <a16:creationId xmlns:a16="http://schemas.microsoft.com/office/drawing/2014/main" id="{422E3363-F607-0F23-EDB3-58E3A7C5509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2805887" y="3910988"/>
              <a:ext cx="649996" cy="649996"/>
            </a:xfrm>
            <a:prstGeom prst="rect">
              <a:avLst/>
            </a:prstGeom>
          </p:spPr>
        </p:pic>
      </p:grpSp>
      <p:grpSp>
        <p:nvGrpSpPr>
          <p:cNvPr id="76" name="Group 75">
            <a:extLst>
              <a:ext uri="{FF2B5EF4-FFF2-40B4-BE49-F238E27FC236}">
                <a16:creationId xmlns:a16="http://schemas.microsoft.com/office/drawing/2014/main" id="{7A582DD7-6B26-F4DF-072B-13A7EB9E7F03}"/>
              </a:ext>
            </a:extLst>
          </p:cNvPr>
          <p:cNvGrpSpPr/>
          <p:nvPr/>
        </p:nvGrpSpPr>
        <p:grpSpPr>
          <a:xfrm>
            <a:off x="6322739" y="551830"/>
            <a:ext cx="1549475" cy="1295826"/>
            <a:chOff x="672462" y="3778786"/>
            <a:chExt cx="1549475" cy="1295826"/>
          </a:xfrm>
        </p:grpSpPr>
        <p:grpSp>
          <p:nvGrpSpPr>
            <p:cNvPr id="77" name="Group 76">
              <a:extLst>
                <a:ext uri="{FF2B5EF4-FFF2-40B4-BE49-F238E27FC236}">
                  <a16:creationId xmlns:a16="http://schemas.microsoft.com/office/drawing/2014/main" id="{AE8F1FB7-A858-1EC9-9E1F-577EF868B7DF}"/>
                </a:ext>
              </a:extLst>
            </p:cNvPr>
            <p:cNvGrpSpPr/>
            <p:nvPr/>
          </p:nvGrpSpPr>
          <p:grpSpPr>
            <a:xfrm>
              <a:off x="672462" y="3778786"/>
              <a:ext cx="1549475" cy="1295826"/>
              <a:chOff x="672462" y="1674565"/>
              <a:chExt cx="1549475" cy="1295826"/>
            </a:xfrm>
          </p:grpSpPr>
          <p:sp>
            <p:nvSpPr>
              <p:cNvPr id="79" name="Oval 78">
                <a:extLst>
                  <a:ext uri="{FF2B5EF4-FFF2-40B4-BE49-F238E27FC236}">
                    <a16:creationId xmlns:a16="http://schemas.microsoft.com/office/drawing/2014/main" id="{F5318234-5FF3-89F2-E33C-BC62CC35BC6B}"/>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TextBox 79">
                <a:extLst>
                  <a:ext uri="{FF2B5EF4-FFF2-40B4-BE49-F238E27FC236}">
                    <a16:creationId xmlns:a16="http://schemas.microsoft.com/office/drawing/2014/main" id="{48F51189-BBB3-43D4-9D23-B30BEA142B11}"/>
                  </a:ext>
                </a:extLst>
              </p:cNvPr>
              <p:cNvSpPr txBox="1"/>
              <p:nvPr/>
            </p:nvSpPr>
            <p:spPr>
              <a:xfrm>
                <a:off x="672462" y="2698522"/>
                <a:ext cx="1549475" cy="271869"/>
              </a:xfrm>
              <a:prstGeom prst="rect">
                <a:avLst/>
              </a:prstGeom>
              <a:noFill/>
            </p:spPr>
            <p:txBody>
              <a:bodyPr wrap="square" lIns="91440" tIns="45720" rIns="91440" bIns="45720" rtlCol="0" anchor="t">
                <a:spAutoFit/>
              </a:bodyPr>
              <a:lstStyle/>
              <a:p>
                <a:pPr marL="0" marR="0" lvl="0" indent="0" algn="ctr" defTabSz="914400">
                  <a:lnSpc>
                    <a:spcPts val="1400"/>
                  </a:lnSpc>
                  <a:spcBef>
                    <a:spcPts val="0"/>
                  </a:spcBef>
                  <a:spcAft>
                    <a:spcPts val="0"/>
                  </a:spcAft>
                  <a:buNone/>
                  <a:tabLst/>
                  <a:defRPr/>
                </a:pPr>
                <a:r>
                  <a:rPr lang="en-AU" sz="1200" dirty="0">
                    <a:ln>
                      <a:solidFill>
                        <a:srgbClr val="1A365D"/>
                      </a:solidFill>
                    </a:ln>
                    <a:solidFill>
                      <a:srgbClr val="1A365D"/>
                    </a:solidFill>
                    <a:latin typeface="Gadugi"/>
                    <a:ea typeface="Gadugi"/>
                    <a:cs typeface="Arial"/>
                  </a:rPr>
                  <a:t>Design</a:t>
                </a:r>
                <a:endParaRPr lang="en-US" dirty="0"/>
              </a:p>
            </p:txBody>
          </p:sp>
        </p:grpSp>
        <p:pic>
          <p:nvPicPr>
            <p:cNvPr id="78" name="Graphic 77" descr="Blueprint outline">
              <a:extLst>
                <a:ext uri="{FF2B5EF4-FFF2-40B4-BE49-F238E27FC236}">
                  <a16:creationId xmlns:a16="http://schemas.microsoft.com/office/drawing/2014/main" id="{AEFAD630-BD72-E4E4-6E97-32CD8B1595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1154934" y="3950134"/>
              <a:ext cx="561258" cy="561258"/>
            </a:xfrm>
            <a:prstGeom prst="rect">
              <a:avLst/>
            </a:prstGeom>
          </p:spPr>
        </p:pic>
      </p:grpSp>
      <p:sp>
        <p:nvSpPr>
          <p:cNvPr id="3" name="TextBox 2">
            <a:extLst>
              <a:ext uri="{FF2B5EF4-FFF2-40B4-BE49-F238E27FC236}">
                <a16:creationId xmlns:a16="http://schemas.microsoft.com/office/drawing/2014/main" id="{AF61B620-12EB-67AE-5C76-422CAD792687}"/>
              </a:ext>
            </a:extLst>
          </p:cNvPr>
          <p:cNvSpPr txBox="1"/>
          <p:nvPr/>
        </p:nvSpPr>
        <p:spPr>
          <a:xfrm>
            <a:off x="1176372" y="491435"/>
            <a:ext cx="984885" cy="6312970"/>
          </a:xfrm>
          <a:prstGeom prst="rect">
            <a:avLst/>
          </a:prstGeom>
          <a:solidFill>
            <a:srgbClr val="002060"/>
          </a:solidFill>
        </p:spPr>
        <p:txBody>
          <a:bodyPr vert="vert270" wrap="square" lIns="91440" tIns="45720" rIns="91440" bIns="45720" rtlCol="0" anchor="t">
            <a:spAutoFit/>
          </a:bodyPr>
          <a:lstStyle/>
          <a:p>
            <a:pPr algn="ctr"/>
            <a:r>
              <a:rPr lang="en-AU" sz="2400" b="1" dirty="0">
                <a:solidFill>
                  <a:schemeClr val="bg1"/>
                </a:solidFill>
              </a:rPr>
              <a:t>DEMAND MANAGEMENT</a:t>
            </a:r>
          </a:p>
          <a:p>
            <a:pPr algn="ctr"/>
            <a:r>
              <a:rPr lang="en-AU" sz="1400" b="1" dirty="0">
                <a:solidFill>
                  <a:schemeClr val="bg1"/>
                </a:solidFill>
              </a:rPr>
              <a:t>Steer Co for Prioritisation and POAP Outline:</a:t>
            </a:r>
          </a:p>
          <a:p>
            <a:pPr algn="ctr"/>
            <a:r>
              <a:rPr lang="en-AU" sz="1400" b="1" dirty="0">
                <a:solidFill>
                  <a:schemeClr val="bg1"/>
                </a:solidFill>
              </a:rPr>
              <a:t> HL business demand (priority), value(ROI) , key outcomes &amp;  scope</a:t>
            </a:r>
            <a:endParaRPr lang="en-AU" dirty="0">
              <a:solidFill>
                <a:schemeClr val="bg1"/>
              </a:solidFill>
            </a:endParaRPr>
          </a:p>
        </p:txBody>
      </p:sp>
      <p:sp>
        <p:nvSpPr>
          <p:cNvPr id="4" name="Oval 3">
            <a:extLst>
              <a:ext uri="{FF2B5EF4-FFF2-40B4-BE49-F238E27FC236}">
                <a16:creationId xmlns:a16="http://schemas.microsoft.com/office/drawing/2014/main" id="{CDA3DFFA-55A4-E24C-D2DA-FFFD0A5B24AE}"/>
              </a:ext>
            </a:extLst>
          </p:cNvPr>
          <p:cNvSpPr/>
          <p:nvPr/>
        </p:nvSpPr>
        <p:spPr>
          <a:xfrm>
            <a:off x="7170000" y="4812448"/>
            <a:ext cx="3973746" cy="198478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7B32CE72-0A3A-2240-475B-4F8E4450F928}"/>
              </a:ext>
            </a:extLst>
          </p:cNvPr>
          <p:cNvSpPr txBox="1"/>
          <p:nvPr/>
        </p:nvSpPr>
        <p:spPr>
          <a:xfrm>
            <a:off x="7400836" y="5020942"/>
            <a:ext cx="3630828" cy="1169551"/>
          </a:xfrm>
          <a:prstGeom prst="rect">
            <a:avLst/>
          </a:prstGeom>
          <a:noFill/>
        </p:spPr>
        <p:txBody>
          <a:bodyPr wrap="square">
            <a:spAutoFit/>
          </a:bodyPr>
          <a:lstStyle/>
          <a:p>
            <a:pPr algn="ctr"/>
            <a:r>
              <a:rPr lang="en-AU" sz="1000" b="1" i="1">
                <a:solidFill>
                  <a:srgbClr val="00B050"/>
                </a:solidFill>
                <a:latin typeface="Gadugi" panose="020B0502040204020203" pitchFamily="34" charset="0"/>
                <a:ea typeface="Gadugi" panose="020B0502040204020203" pitchFamily="34" charset="0"/>
                <a:cs typeface="Georgia"/>
                <a:sym typeface="Georgia"/>
              </a:rPr>
              <a:t>Pls Note:</a:t>
            </a:r>
          </a:p>
          <a:p>
            <a:pPr algn="ctr"/>
            <a:endParaRPr lang="en-AU" sz="1000" b="1" i="1">
              <a:solidFill>
                <a:srgbClr val="00B050"/>
              </a:solidFill>
              <a:latin typeface="Gadugi" panose="020B0502040204020203" pitchFamily="34" charset="0"/>
              <a:ea typeface="Gadugi" panose="020B0502040204020203" pitchFamily="34" charset="0"/>
              <a:cs typeface="Georgia"/>
              <a:sym typeface="Georgia"/>
            </a:endParaRPr>
          </a:p>
          <a:p>
            <a:pPr algn="ctr"/>
            <a:r>
              <a:rPr lang="en-AU" sz="1000" b="1" i="1">
                <a:solidFill>
                  <a:srgbClr val="00B050"/>
                </a:solidFill>
                <a:latin typeface="Gadugi" panose="020B0502040204020203" pitchFamily="34" charset="0"/>
                <a:ea typeface="Gadugi" panose="020B0502040204020203" pitchFamily="34" charset="0"/>
                <a:cs typeface="Georgia"/>
                <a:sym typeface="Georgia"/>
              </a:rPr>
              <a:t>Green is a deliverable that flows through each stage gate</a:t>
            </a:r>
          </a:p>
          <a:p>
            <a:pPr algn="ctr"/>
            <a:r>
              <a:rPr lang="en-AU" sz="1000" b="1" i="1">
                <a:solidFill>
                  <a:srgbClr val="00B050"/>
                </a:solidFill>
                <a:latin typeface="Gadugi" panose="020B0502040204020203" pitchFamily="34" charset="0"/>
                <a:ea typeface="Gadugi" panose="020B0502040204020203" pitchFamily="34" charset="0"/>
                <a:cs typeface="Georgia"/>
                <a:sym typeface="Georgia"/>
              </a:rPr>
              <a:t>RAIDDACL = Register for Risks / Actions / Issues / Decisions / Dependencies  / Actions / Lessons Learned </a:t>
            </a:r>
          </a:p>
          <a:p>
            <a:pPr algn="ctr"/>
            <a:endParaRPr lang="en-AU" sz="1000" b="1" i="1">
              <a:solidFill>
                <a:srgbClr val="00B050"/>
              </a:solidFill>
              <a:latin typeface="Gadugi" panose="020B0502040204020203" pitchFamily="34" charset="0"/>
              <a:ea typeface="Gadugi" panose="020B0502040204020203" pitchFamily="34" charset="0"/>
              <a:cs typeface="Georgia"/>
              <a:sym typeface="Georgia"/>
            </a:endParaRPr>
          </a:p>
          <a:p>
            <a:pPr algn="ctr"/>
            <a:r>
              <a:rPr lang="en-AU" sz="1000" b="1" i="1">
                <a:solidFill>
                  <a:schemeClr val="bg1"/>
                </a:solidFill>
                <a:latin typeface="Gadugi" panose="020B0502040204020203" pitchFamily="34" charset="0"/>
                <a:ea typeface="Gadugi" panose="020B0502040204020203" pitchFamily="34" charset="0"/>
                <a:cs typeface="Georgia"/>
                <a:sym typeface="Georgia"/>
              </a:rPr>
              <a:t>* Indicates Security artefact and/or involvement required </a:t>
            </a:r>
          </a:p>
        </p:txBody>
      </p:sp>
      <p:sp>
        <p:nvSpPr>
          <p:cNvPr id="6" name="TextBox 5">
            <a:extLst>
              <a:ext uri="{FF2B5EF4-FFF2-40B4-BE49-F238E27FC236}">
                <a16:creationId xmlns:a16="http://schemas.microsoft.com/office/drawing/2014/main" id="{444A4175-C265-A19C-2548-02E75864D7DA}"/>
              </a:ext>
            </a:extLst>
          </p:cNvPr>
          <p:cNvSpPr txBox="1"/>
          <p:nvPr/>
        </p:nvSpPr>
        <p:spPr>
          <a:xfrm>
            <a:off x="3594352" y="120461"/>
            <a:ext cx="8330662" cy="369332"/>
          </a:xfrm>
          <a:prstGeom prst="rect">
            <a:avLst/>
          </a:prstGeom>
          <a:solidFill>
            <a:srgbClr val="0070C0"/>
          </a:solidFill>
        </p:spPr>
        <p:txBody>
          <a:bodyPr wrap="square" rtlCol="0">
            <a:spAutoFit/>
          </a:bodyPr>
          <a:lstStyle/>
          <a:p>
            <a:pPr algn="ctr"/>
            <a:r>
              <a:rPr lang="en-AU" b="1" dirty="0">
                <a:solidFill>
                  <a:schemeClr val="bg1"/>
                </a:solidFill>
              </a:rPr>
              <a:t>DELIVER</a:t>
            </a:r>
          </a:p>
        </p:txBody>
      </p:sp>
    </p:spTree>
    <p:extLst>
      <p:ext uri="{BB962C8B-B14F-4D97-AF65-F5344CB8AC3E}">
        <p14:creationId xmlns:p14="http://schemas.microsoft.com/office/powerpoint/2010/main" val="409058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D42D5-39C5-5D52-C966-4EE0250F921B}"/>
            </a:ext>
          </a:extLst>
        </p:cNvPr>
        <p:cNvGrpSpPr/>
        <p:nvPr/>
      </p:nvGrpSpPr>
      <p:grpSpPr>
        <a:xfrm>
          <a:off x="0" y="0"/>
          <a:ext cx="0" cy="0"/>
          <a:chOff x="0" y="0"/>
          <a:chExt cx="0" cy="0"/>
        </a:xfrm>
      </p:grpSpPr>
      <p:sp>
        <p:nvSpPr>
          <p:cNvPr id="94" name="Rectangle 93">
            <a:extLst>
              <a:ext uri="{FF2B5EF4-FFF2-40B4-BE49-F238E27FC236}">
                <a16:creationId xmlns:a16="http://schemas.microsoft.com/office/drawing/2014/main" id="{5BD9D4CC-49C7-061D-F47B-6517C95D7B3F}"/>
              </a:ext>
            </a:extLst>
          </p:cNvPr>
          <p:cNvSpPr/>
          <p:nvPr/>
        </p:nvSpPr>
        <p:spPr>
          <a:xfrm>
            <a:off x="0" y="489793"/>
            <a:ext cx="7759361" cy="14475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Rectangle 81">
            <a:extLst>
              <a:ext uri="{FF2B5EF4-FFF2-40B4-BE49-F238E27FC236}">
                <a16:creationId xmlns:a16="http://schemas.microsoft.com/office/drawing/2014/main" id="{52D36532-4CF0-1101-5A70-4EB21EEEED97}"/>
              </a:ext>
            </a:extLst>
          </p:cNvPr>
          <p:cNvSpPr/>
          <p:nvPr/>
        </p:nvSpPr>
        <p:spPr>
          <a:xfrm>
            <a:off x="0" y="1937354"/>
            <a:ext cx="1929123" cy="4920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 Placeholder 5">
            <a:extLst>
              <a:ext uri="{FF2B5EF4-FFF2-40B4-BE49-F238E27FC236}">
                <a16:creationId xmlns:a16="http://schemas.microsoft.com/office/drawing/2014/main" id="{A3EF0727-624A-59B9-041B-EFAF93A02B69}"/>
              </a:ext>
            </a:extLst>
          </p:cNvPr>
          <p:cNvSpPr txBox="1">
            <a:spLocks/>
          </p:cNvSpPr>
          <p:nvPr/>
        </p:nvSpPr>
        <p:spPr>
          <a:xfrm>
            <a:off x="990600" y="208377"/>
            <a:ext cx="4605338" cy="284162"/>
          </a:xfrm>
          <a:prstGeom prst="rect">
            <a:avLst/>
          </a:prstGeom>
        </p:spPr>
        <p:txBody>
          <a:bodyPr vert="horz" lIns="0" tIns="0" rIns="0" bIns="0" rtlCol="0" anchor="b">
            <a:noAutofit/>
          </a:bodyPr>
          <a:lstStyle>
            <a:lvl1pPr marL="18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2"/>
                </a:solidFill>
                <a:latin typeface="Regola Pro" panose="02000000000000000000" pitchFamily="2" charset="77"/>
                <a:ea typeface="+mn-ea"/>
                <a:cs typeface="Arial" panose="020B0604020202020204" pitchFamily="34" charset="0"/>
              </a:defRPr>
            </a:lvl1pPr>
            <a:lvl2pPr marL="36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2pPr>
            <a:lvl3pPr marL="54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3pPr>
            <a:lvl4pPr marL="72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4pPr>
            <a:lvl5pPr marL="900000" indent="-180000" algn="l" defTabSz="914400" rtl="0" eaLnBrk="1" latinLnBrk="0" hangingPunct="1">
              <a:lnSpc>
                <a:spcPct val="110000"/>
              </a:lnSpc>
              <a:spcBef>
                <a:spcPts val="400"/>
              </a:spcBef>
              <a:spcAft>
                <a:spcPts val="400"/>
              </a:spcAft>
              <a:buFont typeface="Arial" panose="020B0604020202020204" pitchFamily="34" charset="0"/>
              <a:buNone/>
              <a:defRPr sz="800" kern="1200">
                <a:solidFill>
                  <a:schemeClr val="tx1"/>
                </a:solidFill>
                <a:latin typeface="Regola Pro" panose="02000000000000000000"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APM Initiative Lifecycle and Stage Gates</a:t>
            </a:r>
            <a:endParaRPr lang="en-US" dirty="0"/>
          </a:p>
        </p:txBody>
      </p:sp>
      <p:sp>
        <p:nvSpPr>
          <p:cNvPr id="16" name="Google Shape;307;p21">
            <a:extLst>
              <a:ext uri="{FF2B5EF4-FFF2-40B4-BE49-F238E27FC236}">
                <a16:creationId xmlns:a16="http://schemas.microsoft.com/office/drawing/2014/main" id="{E1076D46-BA8A-3374-3137-0FD57ED49231}"/>
              </a:ext>
            </a:extLst>
          </p:cNvPr>
          <p:cNvSpPr txBox="1"/>
          <p:nvPr/>
        </p:nvSpPr>
        <p:spPr>
          <a:xfrm>
            <a:off x="6386424" y="3627168"/>
            <a:ext cx="1270200" cy="1164300"/>
          </a:xfrm>
          <a:prstGeom prst="rect">
            <a:avLst/>
          </a:prstGeom>
          <a:noFill/>
          <a:ln>
            <a:noFill/>
          </a:ln>
        </p:spPr>
        <p:txBody>
          <a:bodyPr spcFirstLastPara="1" wrap="square" lIns="36000" tIns="45700" rIns="36000" bIns="45700" anchor="t" anchorCtr="0">
            <a:noAutofit/>
          </a:bodyPr>
          <a:lstStyle/>
          <a:p>
            <a:pPr marL="0" marR="0" lvl="0" indent="0" algn="l" rtl="0">
              <a:spcBef>
                <a:spcPts val="0"/>
              </a:spcBef>
              <a:spcAft>
                <a:spcPts val="0"/>
              </a:spcAft>
              <a:buNone/>
            </a:pPr>
            <a:endParaRPr b="1">
              <a:latin typeface="Gadugi" panose="020B0502040204020203" pitchFamily="34" charset="0"/>
              <a:ea typeface="Gadugi" panose="020B0502040204020203" pitchFamily="34" charset="0"/>
            </a:endParaRPr>
          </a:p>
        </p:txBody>
      </p:sp>
      <p:sp>
        <p:nvSpPr>
          <p:cNvPr id="39" name="Oval 38">
            <a:extLst>
              <a:ext uri="{FF2B5EF4-FFF2-40B4-BE49-F238E27FC236}">
                <a16:creationId xmlns:a16="http://schemas.microsoft.com/office/drawing/2014/main" id="{4F0EBC0E-D8CC-A1E8-4A81-A4445F5E3B2E}"/>
              </a:ext>
            </a:extLst>
          </p:cNvPr>
          <p:cNvSpPr/>
          <p:nvPr/>
        </p:nvSpPr>
        <p:spPr>
          <a:xfrm>
            <a:off x="811645" y="593062"/>
            <a:ext cx="818341" cy="709470"/>
          </a:xfrm>
          <a:prstGeom prst="ellipse">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0" name="TextBox 39">
            <a:extLst>
              <a:ext uri="{FF2B5EF4-FFF2-40B4-BE49-F238E27FC236}">
                <a16:creationId xmlns:a16="http://schemas.microsoft.com/office/drawing/2014/main" id="{16033D07-373A-FCBB-1DF6-689DF88A9EC4}"/>
              </a:ext>
            </a:extLst>
          </p:cNvPr>
          <p:cNvSpPr txBox="1"/>
          <p:nvPr/>
        </p:nvSpPr>
        <p:spPr>
          <a:xfrm>
            <a:off x="399968" y="1476475"/>
            <a:ext cx="1587309" cy="258893"/>
          </a:xfrm>
          <a:prstGeom prst="rect">
            <a:avLst/>
          </a:prstGeom>
          <a:noFill/>
          <a:ln>
            <a:solidFill>
              <a:schemeClr val="accent2"/>
            </a:solidFill>
          </a:ln>
        </p:spPr>
        <p:txBody>
          <a:bodyPr wrap="square" lIns="91440" tIns="45720" rIns="91440" bIns="45720" rtlCol="0" anchor="t">
            <a:spAutoFit/>
          </a:bodyPr>
          <a:lstStyle/>
          <a:p>
            <a:pPr algn="ctr">
              <a:lnSpc>
                <a:spcPts val="1400"/>
              </a:lnSpc>
              <a:spcAft>
                <a:spcPts val="0"/>
              </a:spcAft>
            </a:pPr>
            <a:r>
              <a:rPr lang="en-AU" sz="1000" b="1" dirty="0">
                <a:effectLst/>
                <a:latin typeface="Gadugi"/>
                <a:ea typeface="Gadugi"/>
                <a:cs typeface="Times New Roman"/>
              </a:rPr>
              <a:t>Initiative Lifecycle</a:t>
            </a:r>
          </a:p>
        </p:txBody>
      </p:sp>
      <p:pic>
        <p:nvPicPr>
          <p:cNvPr id="38" name="Graphic 37" descr="Travel outline">
            <a:extLst>
              <a:ext uri="{FF2B5EF4-FFF2-40B4-BE49-F238E27FC236}">
                <a16:creationId xmlns:a16="http://schemas.microsoft.com/office/drawing/2014/main" id="{B1995D24-6DC4-907F-3254-5AA0963B42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8363" y="617181"/>
            <a:ext cx="661299" cy="661299"/>
          </a:xfrm>
          <a:prstGeom prst="rect">
            <a:avLst/>
          </a:prstGeom>
        </p:spPr>
      </p:pic>
      <p:grpSp>
        <p:nvGrpSpPr>
          <p:cNvPr id="42" name="Group 41">
            <a:extLst>
              <a:ext uri="{FF2B5EF4-FFF2-40B4-BE49-F238E27FC236}">
                <a16:creationId xmlns:a16="http://schemas.microsoft.com/office/drawing/2014/main" id="{814D5A16-A099-FB8C-D309-BC3353F2F34A}"/>
              </a:ext>
            </a:extLst>
          </p:cNvPr>
          <p:cNvGrpSpPr/>
          <p:nvPr/>
        </p:nvGrpSpPr>
        <p:grpSpPr>
          <a:xfrm>
            <a:off x="1978785" y="520821"/>
            <a:ext cx="1549475" cy="1265346"/>
            <a:chOff x="672462" y="1674565"/>
            <a:chExt cx="1549475" cy="1265346"/>
          </a:xfrm>
        </p:grpSpPr>
        <p:sp>
          <p:nvSpPr>
            <p:cNvPr id="44" name="Oval 43">
              <a:extLst>
                <a:ext uri="{FF2B5EF4-FFF2-40B4-BE49-F238E27FC236}">
                  <a16:creationId xmlns:a16="http://schemas.microsoft.com/office/drawing/2014/main" id="{471933B1-0E13-F707-17DD-E9CA4C0BA209}"/>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3A997B3F-AB7B-7E54-35B6-54A1BA97C23D}"/>
                </a:ext>
              </a:extLst>
            </p:cNvPr>
            <p:cNvSpPr txBox="1"/>
            <p:nvPr/>
          </p:nvSpPr>
          <p:spPr>
            <a:xfrm>
              <a:off x="672462" y="2668042"/>
              <a:ext cx="1549475" cy="271869"/>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dirty="0">
                  <a:effectLst/>
                  <a:latin typeface="Gadugi" panose="020B0502040204020203" pitchFamily="34" charset="0"/>
                  <a:ea typeface="Gadugi" panose="020B0502040204020203" pitchFamily="34" charset="0"/>
                </a:rPr>
                <a:t>DETERMINE</a:t>
              </a:r>
              <a:endParaRPr lang="en-AU" sz="1200" b="0" dirty="0">
                <a:ln>
                  <a:solidFill>
                    <a:srgbClr val="1A365D"/>
                  </a:solidFill>
                </a:ln>
                <a:latin typeface="Gadugi" panose="020B0502040204020203" pitchFamily="34" charset="0"/>
                <a:ea typeface="Gadugi" panose="020B0502040204020203" pitchFamily="34" charset="0"/>
                <a:cs typeface="Arial" panose="020B0604020202020204" pitchFamily="34" charset="0"/>
              </a:endParaRPr>
            </a:p>
          </p:txBody>
        </p:sp>
      </p:grpSp>
      <p:pic>
        <p:nvPicPr>
          <p:cNvPr id="43" name="Graphic 42" descr="Questions outline">
            <a:extLst>
              <a:ext uri="{FF2B5EF4-FFF2-40B4-BE49-F238E27FC236}">
                <a16:creationId xmlns:a16="http://schemas.microsoft.com/office/drawing/2014/main" id="{5665B07B-B033-FE48-CE73-3AD7D4EC40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444829" y="674660"/>
            <a:ext cx="595306" cy="595306"/>
          </a:xfrm>
          <a:prstGeom prst="rect">
            <a:avLst/>
          </a:prstGeom>
        </p:spPr>
      </p:pic>
      <p:grpSp>
        <p:nvGrpSpPr>
          <p:cNvPr id="47" name="Group 46">
            <a:extLst>
              <a:ext uri="{FF2B5EF4-FFF2-40B4-BE49-F238E27FC236}">
                <a16:creationId xmlns:a16="http://schemas.microsoft.com/office/drawing/2014/main" id="{3953FBCA-4BEC-A139-E3B4-D6D162B021C9}"/>
              </a:ext>
            </a:extLst>
          </p:cNvPr>
          <p:cNvGrpSpPr/>
          <p:nvPr/>
        </p:nvGrpSpPr>
        <p:grpSpPr>
          <a:xfrm>
            <a:off x="3427526" y="545974"/>
            <a:ext cx="1539579" cy="1233268"/>
            <a:chOff x="672462" y="1674565"/>
            <a:chExt cx="1549475" cy="1313517"/>
          </a:xfrm>
        </p:grpSpPr>
        <p:sp>
          <p:nvSpPr>
            <p:cNvPr id="49" name="Oval 48">
              <a:extLst>
                <a:ext uri="{FF2B5EF4-FFF2-40B4-BE49-F238E27FC236}">
                  <a16:creationId xmlns:a16="http://schemas.microsoft.com/office/drawing/2014/main" id="{C231C9BD-2832-DBCD-4468-F6B210FA6EA8}"/>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0" name="TextBox 49">
              <a:extLst>
                <a:ext uri="{FF2B5EF4-FFF2-40B4-BE49-F238E27FC236}">
                  <a16:creationId xmlns:a16="http://schemas.microsoft.com/office/drawing/2014/main" id="{62152B19-D67A-7565-560C-107B199B5374}"/>
                </a:ext>
              </a:extLst>
            </p:cNvPr>
            <p:cNvSpPr txBox="1"/>
            <p:nvPr/>
          </p:nvSpPr>
          <p:spPr>
            <a:xfrm>
              <a:off x="672462" y="2698522"/>
              <a:ext cx="1549475" cy="289560"/>
            </a:xfrm>
            <a:prstGeom prst="rect">
              <a:avLst/>
            </a:prstGeom>
            <a:noFill/>
          </p:spPr>
          <p:txBody>
            <a:bodyPr wrap="square" rtlCol="0">
              <a:spAutoFit/>
            </a:bodyPr>
            <a:lstStyle/>
            <a:p>
              <a:pPr algn="ctr">
                <a:lnSpc>
                  <a:spcPts val="1400"/>
                </a:lnSpc>
                <a:spcAft>
                  <a:spcPts val="0"/>
                </a:spcAft>
              </a:pPr>
              <a:r>
                <a:rPr lang="en-AU" sz="1200" b="1" dirty="0">
                  <a:solidFill>
                    <a:srgbClr val="1A365D"/>
                  </a:solidFill>
                  <a:effectLst/>
                  <a:latin typeface="Gadugi" panose="020B0502040204020203" pitchFamily="34" charset="0"/>
                  <a:ea typeface="Gadugi" panose="020B0502040204020203" pitchFamily="34" charset="0"/>
                </a:rPr>
                <a:t>INITIATE</a:t>
              </a:r>
              <a:endPar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48" name="Graphic 47" descr="Play outline">
            <a:extLst>
              <a:ext uri="{FF2B5EF4-FFF2-40B4-BE49-F238E27FC236}">
                <a16:creationId xmlns:a16="http://schemas.microsoft.com/office/drawing/2014/main" id="{BFE11C06-1A99-E924-77DD-2F6E5BA9FA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843523" y="643525"/>
            <a:ext cx="707584" cy="668625"/>
          </a:xfrm>
          <a:prstGeom prst="rect">
            <a:avLst/>
          </a:prstGeom>
        </p:spPr>
      </p:pic>
      <p:grpSp>
        <p:nvGrpSpPr>
          <p:cNvPr id="52" name="Group 51">
            <a:extLst>
              <a:ext uri="{FF2B5EF4-FFF2-40B4-BE49-F238E27FC236}">
                <a16:creationId xmlns:a16="http://schemas.microsoft.com/office/drawing/2014/main" id="{52671DEE-2263-BCA4-C40A-3BC9515C670C}"/>
              </a:ext>
            </a:extLst>
          </p:cNvPr>
          <p:cNvGrpSpPr/>
          <p:nvPr/>
        </p:nvGrpSpPr>
        <p:grpSpPr>
          <a:xfrm>
            <a:off x="10621346" y="540916"/>
            <a:ext cx="1568090" cy="1247114"/>
            <a:chOff x="672462" y="1725449"/>
            <a:chExt cx="1549475" cy="1244337"/>
          </a:xfrm>
        </p:grpSpPr>
        <p:sp>
          <p:nvSpPr>
            <p:cNvPr id="54" name="Oval 53">
              <a:extLst>
                <a:ext uri="{FF2B5EF4-FFF2-40B4-BE49-F238E27FC236}">
                  <a16:creationId xmlns:a16="http://schemas.microsoft.com/office/drawing/2014/main" id="{B989F4B5-E1A8-B44D-4750-0F1B0FB0E8A0}"/>
                </a:ext>
              </a:extLst>
            </p:cNvPr>
            <p:cNvSpPr/>
            <p:nvPr/>
          </p:nvSpPr>
          <p:spPr>
            <a:xfrm>
              <a:off x="989131" y="1725449"/>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55BB1712-5FA7-C3AD-A8E2-33F793207445}"/>
                </a:ext>
              </a:extLst>
            </p:cNvPr>
            <p:cNvSpPr txBox="1"/>
            <p:nvPr/>
          </p:nvSpPr>
          <p:spPr>
            <a:xfrm>
              <a:off x="672462" y="2698522"/>
              <a:ext cx="1549475" cy="271264"/>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dirty="0">
                  <a:solidFill>
                    <a:srgbClr val="1A365D"/>
                  </a:solidFill>
                  <a:effectLst/>
                  <a:latin typeface="Gadugi" panose="020B0502040204020203" pitchFamily="34" charset="0"/>
                  <a:ea typeface="Gadugi" panose="020B0502040204020203" pitchFamily="34" charset="0"/>
                </a:rPr>
                <a:t>CLOSE</a:t>
              </a:r>
              <a:endPar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53" name="Graphic 52" descr="Completed outline">
            <a:extLst>
              <a:ext uri="{FF2B5EF4-FFF2-40B4-BE49-F238E27FC236}">
                <a16:creationId xmlns:a16="http://schemas.microsoft.com/office/drawing/2014/main" id="{03E6743A-0662-043E-A5EA-4DDC8A4FF7E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1095633" y="644101"/>
            <a:ext cx="617758" cy="619355"/>
          </a:xfrm>
          <a:prstGeom prst="rect">
            <a:avLst/>
          </a:prstGeom>
        </p:spPr>
      </p:pic>
      <p:grpSp>
        <p:nvGrpSpPr>
          <p:cNvPr id="57" name="Group 56">
            <a:extLst>
              <a:ext uri="{FF2B5EF4-FFF2-40B4-BE49-F238E27FC236}">
                <a16:creationId xmlns:a16="http://schemas.microsoft.com/office/drawing/2014/main" id="{93D97B4F-BB99-4AD8-9605-371402D57904}"/>
              </a:ext>
            </a:extLst>
          </p:cNvPr>
          <p:cNvGrpSpPr/>
          <p:nvPr/>
        </p:nvGrpSpPr>
        <p:grpSpPr>
          <a:xfrm>
            <a:off x="9214382" y="541934"/>
            <a:ext cx="1683685" cy="1295826"/>
            <a:chOff x="595343" y="1674565"/>
            <a:chExt cx="1683685" cy="1295826"/>
          </a:xfrm>
        </p:grpSpPr>
        <p:sp>
          <p:nvSpPr>
            <p:cNvPr id="59" name="Oval 58">
              <a:extLst>
                <a:ext uri="{FF2B5EF4-FFF2-40B4-BE49-F238E27FC236}">
                  <a16:creationId xmlns:a16="http://schemas.microsoft.com/office/drawing/2014/main" id="{0D16CADD-23FC-5D76-3A25-5E235F258509}"/>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TextBox 59">
              <a:extLst>
                <a:ext uri="{FF2B5EF4-FFF2-40B4-BE49-F238E27FC236}">
                  <a16:creationId xmlns:a16="http://schemas.microsoft.com/office/drawing/2014/main" id="{826C3757-6711-472D-2B0E-EEAC734F7F90}"/>
                </a:ext>
              </a:extLst>
            </p:cNvPr>
            <p:cNvSpPr txBox="1"/>
            <p:nvPr/>
          </p:nvSpPr>
          <p:spPr>
            <a:xfrm>
              <a:off x="595343" y="2698522"/>
              <a:ext cx="1683685" cy="271869"/>
            </a:xfrm>
            <a:prstGeom prst="rect">
              <a:avLst/>
            </a:prstGeom>
            <a:noFill/>
          </p:spPr>
          <p:txBody>
            <a:bodyPr wrap="square" rtlCol="0">
              <a:spAutoFit/>
            </a:bodyPr>
            <a:lstStyle/>
            <a:p>
              <a:pPr algn="ctr">
                <a:lnSpc>
                  <a:spcPts val="1400"/>
                </a:lnSpc>
                <a:spcAft>
                  <a:spcPts val="0"/>
                </a:spcAft>
              </a:pPr>
              <a:r>
                <a:rPr lang="en-AU" sz="1200" b="1" dirty="0">
                  <a:solidFill>
                    <a:srgbClr val="1A365D"/>
                  </a:solidFill>
                  <a:effectLst/>
                  <a:latin typeface="Gadugi" panose="020B0502040204020203" pitchFamily="34" charset="0"/>
                  <a:ea typeface="Gadugi" panose="020B0502040204020203" pitchFamily="34" charset="0"/>
                </a:rPr>
                <a:t>   IMPLEMENT</a:t>
              </a:r>
              <a:endPar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58" name="Graphic 57" descr="Clipboard Badge outline">
            <a:extLst>
              <a:ext uri="{FF2B5EF4-FFF2-40B4-BE49-F238E27FC236}">
                <a16:creationId xmlns:a16="http://schemas.microsoft.com/office/drawing/2014/main" id="{D8228BCD-A0FB-6F2D-5820-7CD5CE98F2C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9762877" y="695773"/>
            <a:ext cx="606721" cy="606721"/>
          </a:xfrm>
          <a:prstGeom prst="rect">
            <a:avLst/>
          </a:prstGeom>
        </p:spPr>
      </p:pic>
      <p:grpSp>
        <p:nvGrpSpPr>
          <p:cNvPr id="62" name="Group 61">
            <a:extLst>
              <a:ext uri="{FF2B5EF4-FFF2-40B4-BE49-F238E27FC236}">
                <a16:creationId xmlns:a16="http://schemas.microsoft.com/office/drawing/2014/main" id="{F05F3951-2101-0034-393B-D58B48AE2713}"/>
              </a:ext>
            </a:extLst>
          </p:cNvPr>
          <p:cNvGrpSpPr/>
          <p:nvPr/>
        </p:nvGrpSpPr>
        <p:grpSpPr>
          <a:xfrm>
            <a:off x="7759361" y="531019"/>
            <a:ext cx="1549475" cy="1295826"/>
            <a:chOff x="672462" y="1674565"/>
            <a:chExt cx="1549475" cy="1295826"/>
          </a:xfrm>
        </p:grpSpPr>
        <p:sp>
          <p:nvSpPr>
            <p:cNvPr id="64" name="Oval 63">
              <a:extLst>
                <a:ext uri="{FF2B5EF4-FFF2-40B4-BE49-F238E27FC236}">
                  <a16:creationId xmlns:a16="http://schemas.microsoft.com/office/drawing/2014/main" id="{F814684E-159B-FDBE-FC2B-875E0B2C1536}"/>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TextBox 64">
              <a:extLst>
                <a:ext uri="{FF2B5EF4-FFF2-40B4-BE49-F238E27FC236}">
                  <a16:creationId xmlns:a16="http://schemas.microsoft.com/office/drawing/2014/main" id="{403E1758-C9B9-6E94-7F63-71F433AFDCD8}"/>
                </a:ext>
              </a:extLst>
            </p:cNvPr>
            <p:cNvSpPr txBox="1"/>
            <p:nvPr/>
          </p:nvSpPr>
          <p:spPr>
            <a:xfrm>
              <a:off x="672462" y="2698522"/>
              <a:ext cx="1549475" cy="271869"/>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rPr>
                <a:t>BUILD</a:t>
              </a:r>
            </a:p>
          </p:txBody>
        </p:sp>
      </p:grpSp>
      <p:pic>
        <p:nvPicPr>
          <p:cNvPr id="63" name="Graphic 62" descr="Cloud Computing outline">
            <a:extLst>
              <a:ext uri="{FF2B5EF4-FFF2-40B4-BE49-F238E27FC236}">
                <a16:creationId xmlns:a16="http://schemas.microsoft.com/office/drawing/2014/main" id="{55B0CBE0-19D3-DFF6-F21B-02048471390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248893" y="691636"/>
            <a:ext cx="588565" cy="588565"/>
          </a:xfrm>
          <a:prstGeom prst="rect">
            <a:avLst/>
          </a:prstGeom>
        </p:spPr>
      </p:pic>
      <p:grpSp>
        <p:nvGrpSpPr>
          <p:cNvPr id="72" name="Group 71">
            <a:extLst>
              <a:ext uri="{FF2B5EF4-FFF2-40B4-BE49-F238E27FC236}">
                <a16:creationId xmlns:a16="http://schemas.microsoft.com/office/drawing/2014/main" id="{FA876FC2-0653-80A7-C5EC-41BE03F1806E}"/>
              </a:ext>
            </a:extLst>
          </p:cNvPr>
          <p:cNvGrpSpPr/>
          <p:nvPr/>
        </p:nvGrpSpPr>
        <p:grpSpPr>
          <a:xfrm>
            <a:off x="4966649" y="545779"/>
            <a:ext cx="1460411" cy="1233268"/>
            <a:chOff x="672462" y="1674565"/>
            <a:chExt cx="1549475" cy="1313517"/>
          </a:xfrm>
        </p:grpSpPr>
        <p:sp>
          <p:nvSpPr>
            <p:cNvPr id="74" name="Oval 73">
              <a:extLst>
                <a:ext uri="{FF2B5EF4-FFF2-40B4-BE49-F238E27FC236}">
                  <a16:creationId xmlns:a16="http://schemas.microsoft.com/office/drawing/2014/main" id="{7E8378B7-0C96-DCF9-876F-78149484B6AB}"/>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TextBox 74">
              <a:extLst>
                <a:ext uri="{FF2B5EF4-FFF2-40B4-BE49-F238E27FC236}">
                  <a16:creationId xmlns:a16="http://schemas.microsoft.com/office/drawing/2014/main" id="{3FD46DBA-176B-3C86-4EA5-F8814C1A896E}"/>
                </a:ext>
              </a:extLst>
            </p:cNvPr>
            <p:cNvSpPr txBox="1"/>
            <p:nvPr/>
          </p:nvSpPr>
          <p:spPr>
            <a:xfrm>
              <a:off x="672462" y="2698522"/>
              <a:ext cx="1549475" cy="289560"/>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rPr>
                <a:t>D</a:t>
              </a:r>
              <a:r>
                <a:rPr lang="en-AU" sz="1200" b="1" dirty="0">
                  <a:solidFill>
                    <a:srgbClr val="1A365D"/>
                  </a:solidFill>
                  <a:latin typeface="Gadugi" panose="020B0502040204020203" pitchFamily="34" charset="0"/>
                  <a:ea typeface="Gadugi" panose="020B0502040204020203" pitchFamily="34" charset="0"/>
                  <a:cs typeface="Times New Roman" panose="02020603050405020304" pitchFamily="18" charset="0"/>
                </a:rPr>
                <a:t>EFINE</a:t>
              </a:r>
              <a:endParaRPr lang="en-AU" sz="1200" b="1" dirty="0">
                <a:solidFill>
                  <a:srgbClr val="1A365D"/>
                </a:solidFill>
                <a:effectLst/>
                <a:latin typeface="Gadugi" panose="020B0502040204020203" pitchFamily="34" charset="0"/>
                <a:ea typeface="Gadugi" panose="020B0502040204020203" pitchFamily="34" charset="0"/>
                <a:cs typeface="Times New Roman" panose="02020603050405020304" pitchFamily="18" charset="0"/>
              </a:endParaRPr>
            </a:p>
          </p:txBody>
        </p:sp>
      </p:grpSp>
      <p:pic>
        <p:nvPicPr>
          <p:cNvPr id="73" name="Graphic 72" descr="List outline">
            <a:extLst>
              <a:ext uri="{FF2B5EF4-FFF2-40B4-BE49-F238E27FC236}">
                <a16:creationId xmlns:a16="http://schemas.microsoft.com/office/drawing/2014/main" id="{C3C1AF4D-A3C0-C549-5716-42937AD9414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5390538" y="669904"/>
            <a:ext cx="612634" cy="610285"/>
          </a:xfrm>
          <a:prstGeom prst="rect">
            <a:avLst/>
          </a:prstGeom>
        </p:spPr>
      </p:pic>
      <p:grpSp>
        <p:nvGrpSpPr>
          <p:cNvPr id="77" name="Group 76">
            <a:extLst>
              <a:ext uri="{FF2B5EF4-FFF2-40B4-BE49-F238E27FC236}">
                <a16:creationId xmlns:a16="http://schemas.microsoft.com/office/drawing/2014/main" id="{7D665A89-EA05-E1A5-DE42-B32027E043F0}"/>
              </a:ext>
            </a:extLst>
          </p:cNvPr>
          <p:cNvGrpSpPr/>
          <p:nvPr/>
        </p:nvGrpSpPr>
        <p:grpSpPr>
          <a:xfrm>
            <a:off x="6322739" y="551830"/>
            <a:ext cx="1549475" cy="1295826"/>
            <a:chOff x="672462" y="1674565"/>
            <a:chExt cx="1549475" cy="1295826"/>
          </a:xfrm>
        </p:grpSpPr>
        <p:sp>
          <p:nvSpPr>
            <p:cNvPr id="79" name="Oval 78">
              <a:extLst>
                <a:ext uri="{FF2B5EF4-FFF2-40B4-BE49-F238E27FC236}">
                  <a16:creationId xmlns:a16="http://schemas.microsoft.com/office/drawing/2014/main" id="{ADC8C909-0728-0EF8-2C91-94B804FA7A3A}"/>
                </a:ext>
              </a:extLst>
            </p:cNvPr>
            <p:cNvSpPr/>
            <p:nvPr/>
          </p:nvSpPr>
          <p:spPr>
            <a:xfrm>
              <a:off x="990000" y="1674565"/>
              <a:ext cx="914400" cy="914400"/>
            </a:xfrm>
            <a:prstGeom prst="ellipse">
              <a:avLst/>
            </a:prstGeom>
            <a:solidFill>
              <a:schemeClr val="bg1"/>
            </a:solidFill>
            <a:ln w="19050">
              <a:solidFill>
                <a:srgbClr val="407F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TextBox 79">
              <a:extLst>
                <a:ext uri="{FF2B5EF4-FFF2-40B4-BE49-F238E27FC236}">
                  <a16:creationId xmlns:a16="http://schemas.microsoft.com/office/drawing/2014/main" id="{A65F557C-A444-6CD9-AE11-F8D3AFEBFBCB}"/>
                </a:ext>
              </a:extLst>
            </p:cNvPr>
            <p:cNvSpPr txBox="1"/>
            <p:nvPr/>
          </p:nvSpPr>
          <p:spPr>
            <a:xfrm>
              <a:off x="672462" y="2698522"/>
              <a:ext cx="1549475" cy="271869"/>
            </a:xfrm>
            <a:prstGeom prst="rect">
              <a:avLst/>
            </a:prstGeom>
            <a:noFill/>
          </p:spPr>
          <p:txBody>
            <a:bodyPr wrap="square" lIns="91440" tIns="45720" rIns="91440" bIns="45720" rtlCol="0" anchor="t">
              <a:spAutoFit/>
            </a:bodyPr>
            <a:lstStyle/>
            <a:p>
              <a:pPr marL="0" marR="0" lvl="0" indent="0" algn="ctr" defTabSz="914400">
                <a:lnSpc>
                  <a:spcPts val="1400"/>
                </a:lnSpc>
                <a:spcBef>
                  <a:spcPts val="0"/>
                </a:spcBef>
                <a:spcAft>
                  <a:spcPts val="0"/>
                </a:spcAft>
                <a:buNone/>
                <a:tabLst/>
                <a:defRPr/>
              </a:pPr>
              <a:r>
                <a:rPr lang="en-AU" sz="1200" dirty="0">
                  <a:ln>
                    <a:solidFill>
                      <a:srgbClr val="1A365D"/>
                    </a:solidFill>
                  </a:ln>
                  <a:solidFill>
                    <a:srgbClr val="1A365D"/>
                  </a:solidFill>
                  <a:latin typeface="Gadugi"/>
                  <a:ea typeface="Gadugi"/>
                  <a:cs typeface="Arial"/>
                </a:rPr>
                <a:t>DESIGN</a:t>
              </a:r>
              <a:endParaRPr lang="en-US" dirty="0"/>
            </a:p>
          </p:txBody>
        </p:sp>
      </p:grpSp>
      <p:pic>
        <p:nvPicPr>
          <p:cNvPr id="78" name="Graphic 77" descr="Blueprint outline">
            <a:extLst>
              <a:ext uri="{FF2B5EF4-FFF2-40B4-BE49-F238E27FC236}">
                <a16:creationId xmlns:a16="http://schemas.microsoft.com/office/drawing/2014/main" id="{F33112B6-DB9D-CD31-A456-F95A788DD28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6805211" y="723178"/>
            <a:ext cx="561258" cy="561258"/>
          </a:xfrm>
          <a:prstGeom prst="rect">
            <a:avLst/>
          </a:prstGeom>
        </p:spPr>
      </p:pic>
      <p:sp>
        <p:nvSpPr>
          <p:cNvPr id="6" name="TextBox 5">
            <a:extLst>
              <a:ext uri="{FF2B5EF4-FFF2-40B4-BE49-F238E27FC236}">
                <a16:creationId xmlns:a16="http://schemas.microsoft.com/office/drawing/2014/main" id="{1D628540-ED89-8B69-091F-B8215C89C343}"/>
              </a:ext>
            </a:extLst>
          </p:cNvPr>
          <p:cNvSpPr txBox="1"/>
          <p:nvPr/>
        </p:nvSpPr>
        <p:spPr>
          <a:xfrm>
            <a:off x="1929124" y="132936"/>
            <a:ext cx="5806283" cy="369332"/>
          </a:xfrm>
          <a:prstGeom prst="rect">
            <a:avLst/>
          </a:prstGeom>
          <a:solidFill>
            <a:srgbClr val="0070C0"/>
          </a:solidFill>
        </p:spPr>
        <p:txBody>
          <a:bodyPr wrap="square" rtlCol="0">
            <a:spAutoFit/>
          </a:bodyPr>
          <a:lstStyle/>
          <a:p>
            <a:pPr algn="ctr"/>
            <a:r>
              <a:rPr lang="en-AU" b="1" dirty="0">
                <a:solidFill>
                  <a:schemeClr val="bg1"/>
                </a:solidFill>
              </a:rPr>
              <a:t>Architecture Deliverable</a:t>
            </a:r>
          </a:p>
        </p:txBody>
      </p:sp>
      <p:sp>
        <p:nvSpPr>
          <p:cNvPr id="12" name="TextBox 11">
            <a:extLst>
              <a:ext uri="{FF2B5EF4-FFF2-40B4-BE49-F238E27FC236}">
                <a16:creationId xmlns:a16="http://schemas.microsoft.com/office/drawing/2014/main" id="{47A08C96-7E88-F22A-E676-ADCBA31BF814}"/>
              </a:ext>
            </a:extLst>
          </p:cNvPr>
          <p:cNvSpPr txBox="1"/>
          <p:nvPr/>
        </p:nvSpPr>
        <p:spPr>
          <a:xfrm>
            <a:off x="379648" y="4794665"/>
            <a:ext cx="1549475" cy="258917"/>
          </a:xfrm>
          <a:prstGeom prst="rect">
            <a:avLst/>
          </a:prstGeom>
          <a:noFill/>
        </p:spPr>
        <p:txBody>
          <a:bodyPr wrap="square" lIns="91440" tIns="45720" rIns="91440" bIns="45720" rtlCol="0" anchor="t">
            <a:spAutoFit/>
          </a:bodyPr>
          <a:lstStyle/>
          <a:p>
            <a:pPr algn="ctr">
              <a:lnSpc>
                <a:spcPts val="1400"/>
              </a:lnSpc>
              <a:spcAft>
                <a:spcPts val="0"/>
              </a:spcAft>
            </a:pPr>
            <a:r>
              <a:rPr lang="en-AU" sz="1000" b="1" dirty="0">
                <a:latin typeface="Gadugi"/>
                <a:ea typeface="Gadugi"/>
                <a:cs typeface="Times New Roman"/>
              </a:rPr>
              <a:t>Small Initiative</a:t>
            </a:r>
            <a:endParaRPr lang="en-AU" sz="1000" b="1" dirty="0">
              <a:effectLst/>
              <a:latin typeface="Gadugi"/>
              <a:ea typeface="Gadugi"/>
              <a:cs typeface="Times New Roman"/>
            </a:endParaRPr>
          </a:p>
        </p:txBody>
      </p:sp>
      <p:pic>
        <p:nvPicPr>
          <p:cNvPr id="17" name="Graphic 16" descr="Meeting with solid fill">
            <a:extLst>
              <a:ext uri="{FF2B5EF4-FFF2-40B4-BE49-F238E27FC236}">
                <a16:creationId xmlns:a16="http://schemas.microsoft.com/office/drawing/2014/main" id="{88056C5A-D81F-C6D9-2BD4-98794B598CB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00852" y="2906581"/>
            <a:ext cx="914400" cy="914400"/>
          </a:xfrm>
          <a:prstGeom prst="rect">
            <a:avLst/>
          </a:prstGeom>
        </p:spPr>
      </p:pic>
      <p:sp>
        <p:nvSpPr>
          <p:cNvPr id="20" name="TextBox 19">
            <a:extLst>
              <a:ext uri="{FF2B5EF4-FFF2-40B4-BE49-F238E27FC236}">
                <a16:creationId xmlns:a16="http://schemas.microsoft.com/office/drawing/2014/main" id="{3A401833-2D5E-71EC-0B03-75580BCF2F48}"/>
              </a:ext>
            </a:extLst>
          </p:cNvPr>
          <p:cNvSpPr txBox="1"/>
          <p:nvPr/>
        </p:nvSpPr>
        <p:spPr>
          <a:xfrm>
            <a:off x="417227" y="3596025"/>
            <a:ext cx="1549475" cy="258917"/>
          </a:xfrm>
          <a:prstGeom prst="rect">
            <a:avLst/>
          </a:prstGeom>
          <a:noFill/>
        </p:spPr>
        <p:txBody>
          <a:bodyPr wrap="square" lIns="91440" tIns="45720" rIns="91440" bIns="45720" rtlCol="0" anchor="t">
            <a:spAutoFit/>
          </a:bodyPr>
          <a:lstStyle/>
          <a:p>
            <a:pPr algn="ctr">
              <a:lnSpc>
                <a:spcPts val="1400"/>
              </a:lnSpc>
              <a:spcAft>
                <a:spcPts val="0"/>
              </a:spcAft>
            </a:pPr>
            <a:r>
              <a:rPr lang="en-AU" sz="1000" b="1" dirty="0">
                <a:effectLst/>
                <a:latin typeface="Gadugi"/>
                <a:ea typeface="Gadugi"/>
                <a:cs typeface="Times New Roman"/>
              </a:rPr>
              <a:t>Project</a:t>
            </a:r>
          </a:p>
        </p:txBody>
      </p:sp>
      <p:pic>
        <p:nvPicPr>
          <p:cNvPr id="35" name="Graphic 34" descr="Blueberry with solid fill">
            <a:extLst>
              <a:ext uri="{FF2B5EF4-FFF2-40B4-BE49-F238E27FC236}">
                <a16:creationId xmlns:a16="http://schemas.microsoft.com/office/drawing/2014/main" id="{9CA437BE-3228-ED5B-F985-EF6A0867204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61450" y="3910953"/>
            <a:ext cx="914400" cy="914400"/>
          </a:xfrm>
          <a:prstGeom prst="rect">
            <a:avLst/>
          </a:prstGeom>
        </p:spPr>
      </p:pic>
      <p:pic>
        <p:nvPicPr>
          <p:cNvPr id="67" name="Graphic 66" descr="Hourglass 90% with solid fill">
            <a:extLst>
              <a:ext uri="{FF2B5EF4-FFF2-40B4-BE49-F238E27FC236}">
                <a16:creationId xmlns:a16="http://schemas.microsoft.com/office/drawing/2014/main" id="{4DFD6936-5776-7334-3AC6-A9E6E23568AB}"/>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46657" y="5389318"/>
            <a:ext cx="607765" cy="607765"/>
          </a:xfrm>
          <a:prstGeom prst="rect">
            <a:avLst/>
          </a:prstGeom>
        </p:spPr>
      </p:pic>
      <p:sp>
        <p:nvSpPr>
          <p:cNvPr id="68" name="TextBox 67">
            <a:extLst>
              <a:ext uri="{FF2B5EF4-FFF2-40B4-BE49-F238E27FC236}">
                <a16:creationId xmlns:a16="http://schemas.microsoft.com/office/drawing/2014/main" id="{1D17003F-1A8B-EB53-C7E5-4E9175AA6C29}"/>
              </a:ext>
            </a:extLst>
          </p:cNvPr>
          <p:cNvSpPr txBox="1"/>
          <p:nvPr/>
        </p:nvSpPr>
        <p:spPr>
          <a:xfrm>
            <a:off x="395350" y="5981882"/>
            <a:ext cx="1549475" cy="435568"/>
          </a:xfrm>
          <a:prstGeom prst="rect">
            <a:avLst/>
          </a:prstGeom>
          <a:noFill/>
        </p:spPr>
        <p:txBody>
          <a:bodyPr wrap="square" lIns="91440" tIns="45720" rIns="91440" bIns="45720" rtlCol="0" anchor="t">
            <a:spAutoFit/>
          </a:bodyPr>
          <a:lstStyle/>
          <a:p>
            <a:pPr algn="ctr">
              <a:lnSpc>
                <a:spcPts val="1400"/>
              </a:lnSpc>
              <a:spcAft>
                <a:spcPts val="0"/>
              </a:spcAft>
            </a:pPr>
            <a:r>
              <a:rPr lang="en-AU" sz="1000" b="1" dirty="0">
                <a:effectLst/>
                <a:latin typeface="Gadugi"/>
                <a:ea typeface="Gadugi"/>
                <a:cs typeface="Times New Roman"/>
              </a:rPr>
              <a:t>Expected Role &amp; Time Allocated</a:t>
            </a:r>
          </a:p>
        </p:txBody>
      </p:sp>
      <p:pic>
        <p:nvPicPr>
          <p:cNvPr id="70" name="Graphic 69" descr="Clipboard Mixed with solid fill">
            <a:extLst>
              <a:ext uri="{FF2B5EF4-FFF2-40B4-BE49-F238E27FC236}">
                <a16:creationId xmlns:a16="http://schemas.microsoft.com/office/drawing/2014/main" id="{EC55A800-D94C-0012-C6F9-20C6373E02A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84828" y="1913311"/>
            <a:ext cx="539114" cy="539114"/>
          </a:xfrm>
          <a:prstGeom prst="rect">
            <a:avLst/>
          </a:prstGeom>
        </p:spPr>
      </p:pic>
      <p:sp>
        <p:nvSpPr>
          <p:cNvPr id="81" name="TextBox 80">
            <a:extLst>
              <a:ext uri="{FF2B5EF4-FFF2-40B4-BE49-F238E27FC236}">
                <a16:creationId xmlns:a16="http://schemas.microsoft.com/office/drawing/2014/main" id="{D354BDB2-5FB6-C6A0-DD12-EA64CC7DB426}"/>
              </a:ext>
            </a:extLst>
          </p:cNvPr>
          <p:cNvSpPr txBox="1"/>
          <p:nvPr/>
        </p:nvSpPr>
        <p:spPr>
          <a:xfrm>
            <a:off x="395350" y="2411674"/>
            <a:ext cx="1549475" cy="435568"/>
          </a:xfrm>
          <a:prstGeom prst="rect">
            <a:avLst/>
          </a:prstGeom>
          <a:noFill/>
        </p:spPr>
        <p:txBody>
          <a:bodyPr wrap="square" lIns="91440" tIns="45720" rIns="91440" bIns="45720" rtlCol="0" anchor="t">
            <a:spAutoFit/>
          </a:bodyPr>
          <a:lstStyle/>
          <a:p>
            <a:pPr algn="ctr">
              <a:lnSpc>
                <a:spcPts val="1400"/>
              </a:lnSpc>
              <a:spcAft>
                <a:spcPts val="0"/>
              </a:spcAft>
            </a:pPr>
            <a:r>
              <a:rPr lang="en-AU" sz="1000" b="1" dirty="0">
                <a:latin typeface="Gadugi"/>
                <a:ea typeface="Gadugi"/>
                <a:cs typeface="Times New Roman"/>
              </a:rPr>
              <a:t>Minimum Requirement</a:t>
            </a:r>
            <a:endParaRPr lang="en-AU" sz="1000" b="1" dirty="0">
              <a:effectLst/>
              <a:latin typeface="Gadugi"/>
              <a:ea typeface="Gadugi"/>
              <a:cs typeface="Times New Roman"/>
            </a:endParaRPr>
          </a:p>
        </p:txBody>
      </p:sp>
      <p:sp>
        <p:nvSpPr>
          <p:cNvPr id="83" name="TextBox 82">
            <a:extLst>
              <a:ext uri="{FF2B5EF4-FFF2-40B4-BE49-F238E27FC236}">
                <a16:creationId xmlns:a16="http://schemas.microsoft.com/office/drawing/2014/main" id="{00111483-41DB-82A7-A8C8-897F3AE7B0D8}"/>
              </a:ext>
            </a:extLst>
          </p:cNvPr>
          <p:cNvSpPr txBox="1"/>
          <p:nvPr/>
        </p:nvSpPr>
        <p:spPr>
          <a:xfrm rot="16200000">
            <a:off x="-538976" y="3786846"/>
            <a:ext cx="1673220" cy="369332"/>
          </a:xfrm>
          <a:prstGeom prst="rect">
            <a:avLst/>
          </a:prstGeom>
          <a:noFill/>
        </p:spPr>
        <p:txBody>
          <a:bodyPr wrap="square" rtlCol="0">
            <a:spAutoFit/>
          </a:bodyPr>
          <a:lstStyle/>
          <a:p>
            <a:r>
              <a:rPr lang="en-AU" b="1" dirty="0"/>
              <a:t>Initiative Type</a:t>
            </a:r>
          </a:p>
        </p:txBody>
      </p:sp>
      <p:sp>
        <p:nvSpPr>
          <p:cNvPr id="85" name="TextBox 84">
            <a:extLst>
              <a:ext uri="{FF2B5EF4-FFF2-40B4-BE49-F238E27FC236}">
                <a16:creationId xmlns:a16="http://schemas.microsoft.com/office/drawing/2014/main" id="{5C98B978-53D4-F818-E41D-603E3595847B}"/>
              </a:ext>
            </a:extLst>
          </p:cNvPr>
          <p:cNvSpPr txBox="1"/>
          <p:nvPr/>
        </p:nvSpPr>
        <p:spPr>
          <a:xfrm>
            <a:off x="5181732" y="2159253"/>
            <a:ext cx="1245328" cy="461665"/>
          </a:xfrm>
          <a:prstGeom prst="rect">
            <a:avLst/>
          </a:prstGeom>
          <a:noFill/>
        </p:spPr>
        <p:txBody>
          <a:bodyPr wrap="square">
            <a:spAutoFit/>
          </a:bodyPr>
          <a:lstStyle/>
          <a:p>
            <a:r>
              <a:rPr lang="en-AU" sz="800" b="1" dirty="0">
                <a:solidFill>
                  <a:schemeClr val="dk1"/>
                </a:solidFill>
                <a:latin typeface="Gadugi"/>
                <a:ea typeface="Gadugi"/>
                <a:cs typeface="Georgia"/>
                <a:sym typeface="Georgia"/>
              </a:rPr>
              <a:t>Business Requirements </a:t>
            </a:r>
            <a:r>
              <a:rPr lang="en-AU" sz="800" b="1" dirty="0">
                <a:latin typeface="Gadugi"/>
                <a:ea typeface="Gadugi"/>
                <a:cs typeface="Georgia"/>
                <a:sym typeface="Georgia"/>
              </a:rPr>
              <a:t> (Draft) – P80 %</a:t>
            </a:r>
            <a:endParaRPr lang="en-AU" b="1" dirty="0"/>
          </a:p>
        </p:txBody>
      </p:sp>
      <p:sp>
        <p:nvSpPr>
          <p:cNvPr id="86" name="TextBox 85">
            <a:extLst>
              <a:ext uri="{FF2B5EF4-FFF2-40B4-BE49-F238E27FC236}">
                <a16:creationId xmlns:a16="http://schemas.microsoft.com/office/drawing/2014/main" id="{D1E717FA-D8DD-99BA-1B12-37CB42D28444}"/>
              </a:ext>
            </a:extLst>
          </p:cNvPr>
          <p:cNvSpPr txBox="1"/>
          <p:nvPr/>
        </p:nvSpPr>
        <p:spPr>
          <a:xfrm>
            <a:off x="6569861" y="2159253"/>
            <a:ext cx="1245328" cy="338554"/>
          </a:xfrm>
          <a:prstGeom prst="rect">
            <a:avLst/>
          </a:prstGeom>
          <a:noFill/>
        </p:spPr>
        <p:txBody>
          <a:bodyPr wrap="square">
            <a:spAutoFit/>
          </a:bodyPr>
          <a:lstStyle/>
          <a:p>
            <a:r>
              <a:rPr lang="en-AU" sz="800" b="1" dirty="0">
                <a:solidFill>
                  <a:schemeClr val="dk1"/>
                </a:solidFill>
                <a:latin typeface="Gadugi"/>
                <a:ea typeface="Gadugi"/>
                <a:cs typeface="Georgia"/>
                <a:sym typeface="Georgia"/>
              </a:rPr>
              <a:t>Business Requirements </a:t>
            </a:r>
            <a:r>
              <a:rPr lang="en-AU" sz="800" b="1" dirty="0">
                <a:latin typeface="Gadugi"/>
                <a:ea typeface="Gadugi"/>
                <a:cs typeface="Georgia"/>
                <a:sym typeface="Georgia"/>
              </a:rPr>
              <a:t> (Final ) </a:t>
            </a:r>
            <a:endParaRPr lang="en-AU" b="1" dirty="0"/>
          </a:p>
        </p:txBody>
      </p:sp>
      <p:sp>
        <p:nvSpPr>
          <p:cNvPr id="87" name="Arrow: Right 86">
            <a:extLst>
              <a:ext uri="{FF2B5EF4-FFF2-40B4-BE49-F238E27FC236}">
                <a16:creationId xmlns:a16="http://schemas.microsoft.com/office/drawing/2014/main" id="{39CDC63F-EBE5-E1AF-4B01-04C6186EADA9}"/>
              </a:ext>
            </a:extLst>
          </p:cNvPr>
          <p:cNvSpPr/>
          <p:nvPr/>
        </p:nvSpPr>
        <p:spPr>
          <a:xfrm>
            <a:off x="2121534" y="5218401"/>
            <a:ext cx="5637827" cy="58452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Solution Architecture</a:t>
            </a:r>
          </a:p>
        </p:txBody>
      </p:sp>
      <p:sp>
        <p:nvSpPr>
          <p:cNvPr id="89" name="Arrow: Right 88">
            <a:extLst>
              <a:ext uri="{FF2B5EF4-FFF2-40B4-BE49-F238E27FC236}">
                <a16:creationId xmlns:a16="http://schemas.microsoft.com/office/drawing/2014/main" id="{ED68504D-E697-755D-BA4D-06CD6687565A}"/>
              </a:ext>
            </a:extLst>
          </p:cNvPr>
          <p:cNvSpPr/>
          <p:nvPr/>
        </p:nvSpPr>
        <p:spPr>
          <a:xfrm>
            <a:off x="7759361" y="5221744"/>
            <a:ext cx="4300559" cy="607764"/>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Governance</a:t>
            </a:r>
          </a:p>
        </p:txBody>
      </p:sp>
      <p:sp>
        <p:nvSpPr>
          <p:cNvPr id="90" name="TextBox 89">
            <a:extLst>
              <a:ext uri="{FF2B5EF4-FFF2-40B4-BE49-F238E27FC236}">
                <a16:creationId xmlns:a16="http://schemas.microsoft.com/office/drawing/2014/main" id="{615AEC31-E0E3-6A98-73F0-89133CD14747}"/>
              </a:ext>
            </a:extLst>
          </p:cNvPr>
          <p:cNvSpPr txBox="1"/>
          <p:nvPr/>
        </p:nvSpPr>
        <p:spPr>
          <a:xfrm>
            <a:off x="2147674" y="2876101"/>
            <a:ext cx="1330923" cy="1200329"/>
          </a:xfrm>
          <a:prstGeom prst="rect">
            <a:avLst/>
          </a:prstGeom>
          <a:noFill/>
        </p:spPr>
        <p:txBody>
          <a:bodyPr wrap="square">
            <a:spAutoFit/>
          </a:bodyPr>
          <a:lstStyle/>
          <a:p>
            <a:r>
              <a:rPr lang="en-AU" sz="800" b="1" dirty="0">
                <a:solidFill>
                  <a:schemeClr val="dk1"/>
                </a:solidFill>
                <a:latin typeface="Gadugi"/>
                <a:ea typeface="Gadugi"/>
                <a:cs typeface="Georgia"/>
                <a:sym typeface="Georgia"/>
              </a:rPr>
              <a:t>Conceptual Design – PPT (5-8 slides)</a:t>
            </a:r>
          </a:p>
          <a:p>
            <a:pPr marL="171450" indent="-171450">
              <a:buFont typeface="Arial" panose="020B0604020202020204" pitchFamily="34" charset="0"/>
              <a:buChar char="•"/>
            </a:pPr>
            <a:r>
              <a:rPr lang="en-AU" sz="800" b="1" dirty="0">
                <a:solidFill>
                  <a:schemeClr val="dk1"/>
                </a:solidFill>
                <a:latin typeface="Gadugi"/>
                <a:ea typeface="Gadugi"/>
                <a:sym typeface="Georgia"/>
              </a:rPr>
              <a:t>Current state</a:t>
            </a:r>
          </a:p>
          <a:p>
            <a:pPr marL="171450" indent="-171450">
              <a:buFont typeface="Arial" panose="020B0604020202020204" pitchFamily="34" charset="0"/>
              <a:buChar char="•"/>
            </a:pPr>
            <a:r>
              <a:rPr lang="en-AU" sz="800" b="1" dirty="0">
                <a:solidFill>
                  <a:schemeClr val="dk1"/>
                </a:solidFill>
                <a:latin typeface="Gadugi"/>
                <a:ea typeface="Gadugi"/>
                <a:sym typeface="Georgia"/>
              </a:rPr>
              <a:t>Pain points</a:t>
            </a:r>
          </a:p>
          <a:p>
            <a:pPr marL="171450" indent="-171450">
              <a:buFont typeface="Arial" panose="020B0604020202020204" pitchFamily="34" charset="0"/>
              <a:buChar char="•"/>
            </a:pPr>
            <a:r>
              <a:rPr lang="en-AU" sz="800" b="1" dirty="0">
                <a:solidFill>
                  <a:schemeClr val="dk1"/>
                </a:solidFill>
                <a:latin typeface="Gadugi"/>
                <a:ea typeface="Gadugi"/>
                <a:sym typeface="Georgia"/>
              </a:rPr>
              <a:t>Desktop evaluation</a:t>
            </a:r>
          </a:p>
          <a:p>
            <a:pPr marL="171450" indent="-171450">
              <a:buFont typeface="Arial" panose="020B0604020202020204" pitchFamily="34" charset="0"/>
              <a:buChar char="•"/>
            </a:pPr>
            <a:r>
              <a:rPr lang="en-AU" sz="800" b="1" dirty="0">
                <a:solidFill>
                  <a:schemeClr val="dk1"/>
                </a:solidFill>
                <a:latin typeface="Gadugi"/>
                <a:ea typeface="Gadugi"/>
                <a:sym typeface="Georgia"/>
              </a:rPr>
              <a:t>Future state</a:t>
            </a:r>
          </a:p>
          <a:p>
            <a:pPr marL="171450" indent="-171450">
              <a:buFont typeface="Arial" panose="020B0604020202020204" pitchFamily="34" charset="0"/>
              <a:buChar char="•"/>
            </a:pPr>
            <a:r>
              <a:rPr lang="en-AU" sz="800" b="1" dirty="0">
                <a:solidFill>
                  <a:schemeClr val="dk1"/>
                </a:solidFill>
                <a:latin typeface="Gadugi"/>
                <a:ea typeface="Gadugi"/>
                <a:sym typeface="Georgia"/>
              </a:rPr>
              <a:t>Security &amp; Cyber review(Product &amp; Vendor)</a:t>
            </a:r>
          </a:p>
        </p:txBody>
      </p:sp>
      <p:sp>
        <p:nvSpPr>
          <p:cNvPr id="91" name="TextBox 90">
            <a:extLst>
              <a:ext uri="{FF2B5EF4-FFF2-40B4-BE49-F238E27FC236}">
                <a16:creationId xmlns:a16="http://schemas.microsoft.com/office/drawing/2014/main" id="{5B38BF02-6040-799D-ABA3-2BA0962EF5AA}"/>
              </a:ext>
            </a:extLst>
          </p:cNvPr>
          <p:cNvSpPr txBox="1"/>
          <p:nvPr/>
        </p:nvSpPr>
        <p:spPr>
          <a:xfrm>
            <a:off x="5171576" y="3090446"/>
            <a:ext cx="1245328" cy="338554"/>
          </a:xfrm>
          <a:prstGeom prst="rect">
            <a:avLst/>
          </a:prstGeom>
          <a:noFill/>
        </p:spPr>
        <p:txBody>
          <a:bodyPr wrap="square">
            <a:spAutoFit/>
          </a:bodyPr>
          <a:lstStyle/>
          <a:p>
            <a:r>
              <a:rPr lang="en-AU" sz="800" b="1" dirty="0">
                <a:solidFill>
                  <a:schemeClr val="dk1"/>
                </a:solidFill>
                <a:latin typeface="Gadugi"/>
                <a:ea typeface="Gadugi"/>
                <a:cs typeface="Georgia"/>
                <a:sym typeface="Georgia"/>
              </a:rPr>
              <a:t>Design Definition  – Word document </a:t>
            </a:r>
          </a:p>
        </p:txBody>
      </p:sp>
      <p:sp>
        <p:nvSpPr>
          <p:cNvPr id="92" name="TextBox 91">
            <a:extLst>
              <a:ext uri="{FF2B5EF4-FFF2-40B4-BE49-F238E27FC236}">
                <a16:creationId xmlns:a16="http://schemas.microsoft.com/office/drawing/2014/main" id="{811B77F8-57DA-1AE3-AAA9-6F41A8BEA78F}"/>
              </a:ext>
            </a:extLst>
          </p:cNvPr>
          <p:cNvSpPr txBox="1"/>
          <p:nvPr/>
        </p:nvSpPr>
        <p:spPr>
          <a:xfrm>
            <a:off x="6640277" y="3100201"/>
            <a:ext cx="1245328" cy="338554"/>
          </a:xfrm>
          <a:prstGeom prst="rect">
            <a:avLst/>
          </a:prstGeom>
          <a:noFill/>
        </p:spPr>
        <p:txBody>
          <a:bodyPr wrap="square">
            <a:spAutoFit/>
          </a:bodyPr>
          <a:lstStyle/>
          <a:p>
            <a:r>
              <a:rPr lang="en-AU" sz="800" b="1" dirty="0">
                <a:solidFill>
                  <a:schemeClr val="dk1"/>
                </a:solidFill>
                <a:latin typeface="Gadugi"/>
                <a:ea typeface="Gadugi"/>
                <a:cs typeface="Georgia"/>
                <a:sym typeface="Georgia"/>
              </a:rPr>
              <a:t>Detail Design   –</a:t>
            </a:r>
          </a:p>
          <a:p>
            <a:r>
              <a:rPr lang="en-AU" sz="800" b="1" dirty="0">
                <a:solidFill>
                  <a:schemeClr val="dk1"/>
                </a:solidFill>
                <a:latin typeface="Gadugi"/>
                <a:ea typeface="Gadugi"/>
                <a:cs typeface="Georgia"/>
                <a:sym typeface="Georgia"/>
              </a:rPr>
              <a:t>Word document </a:t>
            </a:r>
          </a:p>
        </p:txBody>
      </p:sp>
      <p:sp>
        <p:nvSpPr>
          <p:cNvPr id="93" name="TextBox 92">
            <a:extLst>
              <a:ext uri="{FF2B5EF4-FFF2-40B4-BE49-F238E27FC236}">
                <a16:creationId xmlns:a16="http://schemas.microsoft.com/office/drawing/2014/main" id="{D1E083A0-0AB2-3208-4BB0-A1321B6CC327}"/>
              </a:ext>
            </a:extLst>
          </p:cNvPr>
          <p:cNvSpPr txBox="1"/>
          <p:nvPr/>
        </p:nvSpPr>
        <p:spPr>
          <a:xfrm>
            <a:off x="8085779" y="3100201"/>
            <a:ext cx="1245328" cy="338554"/>
          </a:xfrm>
          <a:prstGeom prst="rect">
            <a:avLst/>
          </a:prstGeom>
          <a:noFill/>
        </p:spPr>
        <p:txBody>
          <a:bodyPr wrap="square">
            <a:spAutoFit/>
          </a:bodyPr>
          <a:lstStyle/>
          <a:p>
            <a:r>
              <a:rPr lang="en-AU" sz="800" dirty="0">
                <a:solidFill>
                  <a:schemeClr val="dk1"/>
                </a:solidFill>
                <a:latin typeface="Gadugi"/>
                <a:ea typeface="Gadugi"/>
                <a:cs typeface="Georgia"/>
                <a:sym typeface="Georgia"/>
              </a:rPr>
              <a:t>Technical Design   –</a:t>
            </a:r>
          </a:p>
          <a:p>
            <a:r>
              <a:rPr lang="en-AU" sz="800" dirty="0">
                <a:solidFill>
                  <a:schemeClr val="dk1"/>
                </a:solidFill>
                <a:latin typeface="Gadugi"/>
                <a:ea typeface="Gadugi"/>
                <a:cs typeface="Georgia"/>
                <a:sym typeface="Georgia"/>
              </a:rPr>
              <a:t> Word document </a:t>
            </a:r>
          </a:p>
        </p:txBody>
      </p:sp>
      <p:sp>
        <p:nvSpPr>
          <p:cNvPr id="95" name="TextBox 94">
            <a:extLst>
              <a:ext uri="{FF2B5EF4-FFF2-40B4-BE49-F238E27FC236}">
                <a16:creationId xmlns:a16="http://schemas.microsoft.com/office/drawing/2014/main" id="{28F78543-80FF-0A56-B3ED-C170A1021094}"/>
              </a:ext>
            </a:extLst>
          </p:cNvPr>
          <p:cNvSpPr txBox="1"/>
          <p:nvPr/>
        </p:nvSpPr>
        <p:spPr>
          <a:xfrm>
            <a:off x="2130857" y="4079537"/>
            <a:ext cx="1347739" cy="1200329"/>
          </a:xfrm>
          <a:prstGeom prst="rect">
            <a:avLst/>
          </a:prstGeom>
          <a:noFill/>
        </p:spPr>
        <p:txBody>
          <a:bodyPr wrap="square">
            <a:spAutoFit/>
          </a:bodyPr>
          <a:lstStyle/>
          <a:p>
            <a:r>
              <a:rPr lang="en-AU" sz="800" b="1" dirty="0">
                <a:solidFill>
                  <a:schemeClr val="dk1"/>
                </a:solidFill>
                <a:latin typeface="Gadugi"/>
                <a:ea typeface="Gadugi"/>
                <a:cs typeface="Georgia"/>
                <a:sym typeface="Georgia"/>
              </a:rPr>
              <a:t>Conceptual Design – PPT (5-8 slides)</a:t>
            </a:r>
          </a:p>
          <a:p>
            <a:pPr marL="171450" indent="-171450">
              <a:buFont typeface="Arial" panose="020B0604020202020204" pitchFamily="34" charset="0"/>
              <a:buChar char="•"/>
            </a:pPr>
            <a:r>
              <a:rPr lang="en-AU" sz="800" b="1" dirty="0">
                <a:solidFill>
                  <a:schemeClr val="dk1"/>
                </a:solidFill>
                <a:latin typeface="Gadugi"/>
                <a:ea typeface="Gadugi"/>
                <a:sym typeface="Georgia"/>
              </a:rPr>
              <a:t>Current state</a:t>
            </a:r>
          </a:p>
          <a:p>
            <a:pPr marL="171450" indent="-171450">
              <a:buFont typeface="Arial" panose="020B0604020202020204" pitchFamily="34" charset="0"/>
              <a:buChar char="•"/>
            </a:pPr>
            <a:r>
              <a:rPr lang="en-AU" sz="800" b="1" dirty="0">
                <a:solidFill>
                  <a:schemeClr val="dk1"/>
                </a:solidFill>
                <a:latin typeface="Gadugi"/>
                <a:ea typeface="Gadugi"/>
                <a:sym typeface="Georgia"/>
              </a:rPr>
              <a:t>Pain points</a:t>
            </a:r>
          </a:p>
          <a:p>
            <a:pPr marL="171450" indent="-171450">
              <a:buFont typeface="Arial" panose="020B0604020202020204" pitchFamily="34" charset="0"/>
              <a:buChar char="•"/>
            </a:pPr>
            <a:r>
              <a:rPr lang="en-AU" sz="800" b="1" dirty="0">
                <a:solidFill>
                  <a:schemeClr val="dk1"/>
                </a:solidFill>
                <a:latin typeface="Gadugi"/>
                <a:ea typeface="Gadugi"/>
                <a:sym typeface="Georgia"/>
              </a:rPr>
              <a:t>Desktop evaluation</a:t>
            </a:r>
          </a:p>
          <a:p>
            <a:pPr marL="171450" indent="-171450">
              <a:buFont typeface="Arial" panose="020B0604020202020204" pitchFamily="34" charset="0"/>
              <a:buChar char="•"/>
            </a:pPr>
            <a:r>
              <a:rPr lang="en-AU" sz="800" b="1" dirty="0">
                <a:solidFill>
                  <a:schemeClr val="dk1"/>
                </a:solidFill>
                <a:latin typeface="Gadugi"/>
                <a:ea typeface="Gadugi"/>
                <a:sym typeface="Georgia"/>
              </a:rPr>
              <a:t>Future state</a:t>
            </a:r>
          </a:p>
          <a:p>
            <a:pPr marL="171450" indent="-171450">
              <a:buFont typeface="Arial" panose="020B0604020202020204" pitchFamily="34" charset="0"/>
              <a:buChar char="•"/>
            </a:pPr>
            <a:r>
              <a:rPr lang="en-AU" sz="800" b="1" dirty="0">
                <a:solidFill>
                  <a:schemeClr val="dk1"/>
                </a:solidFill>
                <a:latin typeface="Gadugi"/>
                <a:ea typeface="Gadugi"/>
                <a:sym typeface="Georgia"/>
              </a:rPr>
              <a:t>Security &amp; Cyber review(Product &amp; Vendor)</a:t>
            </a:r>
          </a:p>
        </p:txBody>
      </p:sp>
      <p:sp>
        <p:nvSpPr>
          <p:cNvPr id="96" name="TextBox 95">
            <a:extLst>
              <a:ext uri="{FF2B5EF4-FFF2-40B4-BE49-F238E27FC236}">
                <a16:creationId xmlns:a16="http://schemas.microsoft.com/office/drawing/2014/main" id="{68BEC38B-815B-5586-BA99-C6F0B5E14B38}"/>
              </a:ext>
            </a:extLst>
          </p:cNvPr>
          <p:cNvSpPr txBox="1"/>
          <p:nvPr/>
        </p:nvSpPr>
        <p:spPr>
          <a:xfrm>
            <a:off x="5181732" y="4356253"/>
            <a:ext cx="1245328" cy="338554"/>
          </a:xfrm>
          <a:prstGeom prst="rect">
            <a:avLst/>
          </a:prstGeom>
          <a:noFill/>
        </p:spPr>
        <p:txBody>
          <a:bodyPr wrap="square">
            <a:spAutoFit/>
          </a:bodyPr>
          <a:lstStyle/>
          <a:p>
            <a:r>
              <a:rPr lang="en-AU" sz="800" b="1" dirty="0">
                <a:solidFill>
                  <a:schemeClr val="dk1"/>
                </a:solidFill>
                <a:latin typeface="Gadugi"/>
                <a:ea typeface="Gadugi"/>
                <a:cs typeface="Georgia"/>
                <a:sym typeface="Georgia"/>
              </a:rPr>
              <a:t>Design Definition  – Word document </a:t>
            </a:r>
          </a:p>
        </p:txBody>
      </p:sp>
      <p:sp>
        <p:nvSpPr>
          <p:cNvPr id="97" name="Rectangle 96">
            <a:extLst>
              <a:ext uri="{FF2B5EF4-FFF2-40B4-BE49-F238E27FC236}">
                <a16:creationId xmlns:a16="http://schemas.microsoft.com/office/drawing/2014/main" id="{68FA3283-0C29-C3B7-B70A-BD0E3C7C2151}"/>
              </a:ext>
            </a:extLst>
          </p:cNvPr>
          <p:cNvSpPr/>
          <p:nvPr/>
        </p:nvSpPr>
        <p:spPr>
          <a:xfrm>
            <a:off x="1929123" y="1937354"/>
            <a:ext cx="5830238" cy="49206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8" name="TextBox 97">
            <a:extLst>
              <a:ext uri="{FF2B5EF4-FFF2-40B4-BE49-F238E27FC236}">
                <a16:creationId xmlns:a16="http://schemas.microsoft.com/office/drawing/2014/main" id="{A7F28B09-B616-A1D9-1668-E7CEA93C6396}"/>
              </a:ext>
            </a:extLst>
          </p:cNvPr>
          <p:cNvSpPr txBox="1"/>
          <p:nvPr/>
        </p:nvSpPr>
        <p:spPr>
          <a:xfrm>
            <a:off x="2152496" y="2211673"/>
            <a:ext cx="1245328" cy="215444"/>
          </a:xfrm>
          <a:prstGeom prst="rect">
            <a:avLst/>
          </a:prstGeom>
          <a:noFill/>
        </p:spPr>
        <p:txBody>
          <a:bodyPr wrap="square">
            <a:spAutoFit/>
          </a:bodyPr>
          <a:lstStyle/>
          <a:p>
            <a:r>
              <a:rPr lang="en-AU" sz="800" b="1" dirty="0">
                <a:solidFill>
                  <a:schemeClr val="dk1"/>
                </a:solidFill>
                <a:latin typeface="Gadugi"/>
                <a:ea typeface="Gadugi"/>
                <a:cs typeface="Georgia"/>
                <a:sym typeface="Georgia"/>
              </a:rPr>
              <a:t>Conceptual </a:t>
            </a:r>
            <a:r>
              <a:rPr lang="en-AU" sz="800" b="1" dirty="0" err="1">
                <a:solidFill>
                  <a:schemeClr val="dk1"/>
                </a:solidFill>
                <a:latin typeface="Gadugi"/>
                <a:ea typeface="Gadugi"/>
                <a:cs typeface="Georgia"/>
                <a:sym typeface="Georgia"/>
              </a:rPr>
              <a:t>Breif</a:t>
            </a:r>
            <a:endParaRPr lang="en-AU" sz="800" b="1" dirty="0">
              <a:solidFill>
                <a:schemeClr val="dk1"/>
              </a:solidFill>
              <a:latin typeface="Gadugi"/>
              <a:ea typeface="Gadugi"/>
              <a:cs typeface="Georgia"/>
              <a:sym typeface="Georgia"/>
            </a:endParaRPr>
          </a:p>
        </p:txBody>
      </p:sp>
      <p:sp>
        <p:nvSpPr>
          <p:cNvPr id="99" name="TextBox 98">
            <a:extLst>
              <a:ext uri="{FF2B5EF4-FFF2-40B4-BE49-F238E27FC236}">
                <a16:creationId xmlns:a16="http://schemas.microsoft.com/office/drawing/2014/main" id="{23FD4B0C-64FE-B443-7E5E-FFF0149C9367}"/>
              </a:ext>
            </a:extLst>
          </p:cNvPr>
          <p:cNvSpPr txBox="1"/>
          <p:nvPr/>
        </p:nvSpPr>
        <p:spPr>
          <a:xfrm>
            <a:off x="2130858" y="5954109"/>
            <a:ext cx="1079865" cy="461665"/>
          </a:xfrm>
          <a:prstGeom prst="rect">
            <a:avLst/>
          </a:prstGeom>
          <a:noFill/>
        </p:spPr>
        <p:txBody>
          <a:bodyPr wrap="square">
            <a:spAutoFit/>
          </a:bodyPr>
          <a:lstStyle/>
          <a:p>
            <a:r>
              <a:rPr lang="en-AU" sz="800" b="1" dirty="0">
                <a:solidFill>
                  <a:schemeClr val="dk1"/>
                </a:solidFill>
                <a:latin typeface="Gadugi"/>
                <a:ea typeface="Gadugi"/>
                <a:cs typeface="Georgia"/>
                <a:sym typeface="Georgia"/>
              </a:rPr>
              <a:t>1 week – 2 weeks (Project &amp; Small Initiative</a:t>
            </a:r>
          </a:p>
        </p:txBody>
      </p:sp>
      <p:sp>
        <p:nvSpPr>
          <p:cNvPr id="100" name="TextBox 99">
            <a:extLst>
              <a:ext uri="{FF2B5EF4-FFF2-40B4-BE49-F238E27FC236}">
                <a16:creationId xmlns:a16="http://schemas.microsoft.com/office/drawing/2014/main" id="{7CF733E6-8D10-A0FB-9BEA-696BB39FB371}"/>
              </a:ext>
            </a:extLst>
          </p:cNvPr>
          <p:cNvSpPr txBox="1"/>
          <p:nvPr/>
        </p:nvSpPr>
        <p:spPr>
          <a:xfrm>
            <a:off x="5261806" y="6077219"/>
            <a:ext cx="1079865" cy="215444"/>
          </a:xfrm>
          <a:prstGeom prst="rect">
            <a:avLst/>
          </a:prstGeom>
          <a:noFill/>
        </p:spPr>
        <p:txBody>
          <a:bodyPr wrap="square">
            <a:spAutoFit/>
          </a:bodyPr>
          <a:lstStyle/>
          <a:p>
            <a:r>
              <a:rPr lang="en-AU" sz="800" b="1" dirty="0">
                <a:solidFill>
                  <a:schemeClr val="dk1"/>
                </a:solidFill>
                <a:latin typeface="Gadugi"/>
                <a:ea typeface="Gadugi"/>
                <a:cs typeface="Georgia"/>
                <a:sym typeface="Georgia"/>
              </a:rPr>
              <a:t>3 – 4 Weeks</a:t>
            </a:r>
          </a:p>
        </p:txBody>
      </p:sp>
      <p:sp>
        <p:nvSpPr>
          <p:cNvPr id="101" name="TextBox 100">
            <a:extLst>
              <a:ext uri="{FF2B5EF4-FFF2-40B4-BE49-F238E27FC236}">
                <a16:creationId xmlns:a16="http://schemas.microsoft.com/office/drawing/2014/main" id="{4DF284E4-F082-5105-B70A-50ECCE08EB67}"/>
              </a:ext>
            </a:extLst>
          </p:cNvPr>
          <p:cNvSpPr txBox="1"/>
          <p:nvPr/>
        </p:nvSpPr>
        <p:spPr>
          <a:xfrm>
            <a:off x="6655542" y="6071873"/>
            <a:ext cx="1079865" cy="215444"/>
          </a:xfrm>
          <a:prstGeom prst="rect">
            <a:avLst/>
          </a:prstGeom>
          <a:noFill/>
        </p:spPr>
        <p:txBody>
          <a:bodyPr wrap="square">
            <a:spAutoFit/>
          </a:bodyPr>
          <a:lstStyle/>
          <a:p>
            <a:r>
              <a:rPr lang="en-AU" sz="800" b="1" dirty="0">
                <a:solidFill>
                  <a:schemeClr val="dk1"/>
                </a:solidFill>
                <a:latin typeface="Gadugi"/>
                <a:ea typeface="Gadugi"/>
                <a:cs typeface="Georgia"/>
                <a:sym typeface="Georgia"/>
              </a:rPr>
              <a:t>3 – 4 Weeks</a:t>
            </a:r>
          </a:p>
        </p:txBody>
      </p:sp>
      <p:sp>
        <p:nvSpPr>
          <p:cNvPr id="102" name="TextBox 101">
            <a:extLst>
              <a:ext uri="{FF2B5EF4-FFF2-40B4-BE49-F238E27FC236}">
                <a16:creationId xmlns:a16="http://schemas.microsoft.com/office/drawing/2014/main" id="{6CC8BA11-8B63-F250-313C-914EB7E5AFDD}"/>
              </a:ext>
            </a:extLst>
          </p:cNvPr>
          <p:cNvSpPr txBox="1"/>
          <p:nvPr/>
        </p:nvSpPr>
        <p:spPr>
          <a:xfrm>
            <a:off x="9448744" y="6071873"/>
            <a:ext cx="1079865" cy="215444"/>
          </a:xfrm>
          <a:prstGeom prst="rect">
            <a:avLst/>
          </a:prstGeom>
          <a:noFill/>
        </p:spPr>
        <p:txBody>
          <a:bodyPr wrap="square">
            <a:spAutoFit/>
          </a:bodyPr>
          <a:lstStyle/>
          <a:p>
            <a:r>
              <a:rPr lang="en-AU" sz="800" b="1" dirty="0">
                <a:solidFill>
                  <a:schemeClr val="dk1"/>
                </a:solidFill>
                <a:latin typeface="Gadugi"/>
                <a:ea typeface="Gadugi"/>
                <a:cs typeface="Georgia"/>
                <a:sym typeface="Georgia"/>
              </a:rPr>
              <a:t>3 – 4 Weeks</a:t>
            </a:r>
          </a:p>
        </p:txBody>
      </p:sp>
    </p:spTree>
    <p:extLst>
      <p:ext uri="{BB962C8B-B14F-4D97-AF65-F5344CB8AC3E}">
        <p14:creationId xmlns:p14="http://schemas.microsoft.com/office/powerpoint/2010/main" val="1828381613"/>
      </p:ext>
    </p:extLst>
  </p:cSld>
  <p:clrMapOvr>
    <a:masterClrMapping/>
  </p:clrMapOvr>
</p:sld>
</file>

<file path=ppt/theme/theme1.xml><?xml version="1.0" encoding="utf-8"?>
<a:theme xmlns:a="http://schemas.openxmlformats.org/drawingml/2006/main" name="Content">
  <a:themeElements>
    <a:clrScheme name="APM - 2020">
      <a:dk1>
        <a:srgbClr val="191919"/>
      </a:dk1>
      <a:lt1>
        <a:srgbClr val="FFFFFF"/>
      </a:lt1>
      <a:dk2>
        <a:srgbClr val="1B365D"/>
      </a:dk2>
      <a:lt2>
        <a:srgbClr val="F5F5F5"/>
      </a:lt2>
      <a:accent1>
        <a:srgbClr val="1F2A44"/>
      </a:accent1>
      <a:accent2>
        <a:srgbClr val="151F6D"/>
      </a:accent2>
      <a:accent3>
        <a:srgbClr val="003087"/>
      </a:accent3>
      <a:accent4>
        <a:srgbClr val="D9D9D6"/>
      </a:accent4>
      <a:accent5>
        <a:srgbClr val="FF9E1B"/>
      </a:accent5>
      <a:accent6>
        <a:srgbClr val="48B2E8"/>
      </a:accent6>
      <a:hlink>
        <a:srgbClr val="EC008C"/>
      </a:hlink>
      <a:folHlink>
        <a:srgbClr val="A3D52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PM Corporate - Powerpoint Template (June 2025)" id="{90FEF58D-B474-4E5F-BA35-8BFC8C96692B}" vid="{6147A659-A26C-44CC-B876-134848C16B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7C5FF55BD15C746A1D08482036F8855" ma:contentTypeVersion="4" ma:contentTypeDescription="Create a new document." ma:contentTypeScope="" ma:versionID="bcfed781e894bd49fb3e2274ce2dabe9">
  <xsd:schema xmlns:xsd="http://www.w3.org/2001/XMLSchema" xmlns:xs="http://www.w3.org/2001/XMLSchema" xmlns:p="http://schemas.microsoft.com/office/2006/metadata/properties" xmlns:ns2="2d7f0b86-6925-412a-9228-72b360014713" targetNamespace="http://schemas.microsoft.com/office/2006/metadata/properties" ma:root="true" ma:fieldsID="511457402e7c204e2910f901689cf477" ns2:_="">
    <xsd:import namespace="2d7f0b86-6925-412a-9228-72b3600147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7f0b86-6925-412a-9228-72b3600147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AF70BB-2079-4F8C-9C1D-D55AA374453E}">
  <ds:schemaRefs>
    <ds:schemaRef ds:uri="http://purl.org/dc/elements/1.1/"/>
    <ds:schemaRef ds:uri="http://www.w3.org/XML/1998/namespace"/>
    <ds:schemaRef ds:uri="http://purl.org/dc/dcmitype/"/>
    <ds:schemaRef ds:uri="http://schemas.microsoft.com/office/2006/metadata/properties"/>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9f01dad3-68ee-498c-9361-bfbde00918fa"/>
  </ds:schemaRefs>
</ds:datastoreItem>
</file>

<file path=customXml/itemProps2.xml><?xml version="1.0" encoding="utf-8"?>
<ds:datastoreItem xmlns:ds="http://schemas.openxmlformats.org/officeDocument/2006/customXml" ds:itemID="{5AE63B8D-FB8C-494A-8B3C-9E5B1365FA16}"/>
</file>

<file path=customXml/itemProps3.xml><?xml version="1.0" encoding="utf-8"?>
<ds:datastoreItem xmlns:ds="http://schemas.openxmlformats.org/officeDocument/2006/customXml" ds:itemID="{35DA6986-1C27-421B-BA49-26D325BD34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APM Corporate - Powerpoint Template</Template>
  <TotalTime>334</TotalTime>
  <Words>836</Words>
  <Application>Microsoft Office PowerPoint</Application>
  <PresentationFormat>Widescreen</PresentationFormat>
  <Paragraphs>158</Paragraphs>
  <Slides>3</Slides>
  <Notes>1</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Content</vt:lpstr>
      <vt:lpstr>Architecture Templates  &amp; Change Management Process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Yogi Lingam</dc:creator>
  <cp:lastModifiedBy>Yogi Lingam</cp:lastModifiedBy>
  <cp:revision>4</cp:revision>
  <cp:lastPrinted>2025-10-09T01:32:16Z</cp:lastPrinted>
  <dcterms:created xsi:type="dcterms:W3CDTF">2025-10-09T00:39:55Z</dcterms:created>
  <dcterms:modified xsi:type="dcterms:W3CDTF">2025-10-22T03:13:21Z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0x010100C7C5FF55BD15C746A1D08482036F8855</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SIP_Label_7d0f9f1f-f22f-44fd-8844-410aa22a8c4a_Enabled">
    <vt:lpwstr>true</vt:lpwstr>
  </property>
  <property fmtid="{D5CDD505-2E9C-101B-9397-08002B2CF9AE}" pid="8" name="MSIP_Label_7d0f9f1f-f22f-44fd-8844-410aa22a8c4a_SetDate">
    <vt:lpwstr>2022-08-29T00:46:25Z</vt:lpwstr>
  </property>
  <property fmtid="{D5CDD505-2E9C-101B-9397-08002B2CF9AE}" pid="9" name="MSIP_Label_7d0f9f1f-f22f-44fd-8844-410aa22a8c4a_Method">
    <vt:lpwstr>Standard</vt:lpwstr>
  </property>
  <property fmtid="{D5CDD505-2E9C-101B-9397-08002B2CF9AE}" pid="10" name="MSIP_Label_7d0f9f1f-f22f-44fd-8844-410aa22a8c4a_Name">
    <vt:lpwstr>Confidential</vt:lpwstr>
  </property>
  <property fmtid="{D5CDD505-2E9C-101B-9397-08002B2CF9AE}" pid="11" name="MSIP_Label_7d0f9f1f-f22f-44fd-8844-410aa22a8c4a_SiteId">
    <vt:lpwstr>fa7adf0d-de2d-4570-8f5f-4bca4772988f</vt:lpwstr>
  </property>
  <property fmtid="{D5CDD505-2E9C-101B-9397-08002B2CF9AE}" pid="12" name="MSIP_Label_7d0f9f1f-f22f-44fd-8844-410aa22a8c4a_ActionId">
    <vt:lpwstr>05d3e03f-3eda-4f20-8655-b641ad37b4eb</vt:lpwstr>
  </property>
  <property fmtid="{D5CDD505-2E9C-101B-9397-08002B2CF9AE}" pid="13" name="MSIP_Label_7d0f9f1f-f22f-44fd-8844-410aa22a8c4a_ContentBits">
    <vt:lpwstr>2</vt:lpwstr>
  </property>
</Properties>
</file>
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735" r:id="rId5"/>
    <p:sldMasterId id="2147483753" r:id="rId6"/>
  </p:sldMasterIdLst>
  <p:notesMasterIdLst>
    <p:notesMasterId r:id="rId22"/>
  </p:notesMasterIdLst>
  <p:sldIdLst>
    <p:sldId id="343" r:id="rId7"/>
    <p:sldId id="344" r:id="rId8"/>
    <p:sldId id="345" r:id="rId9"/>
    <p:sldId id="346" r:id="rId10"/>
    <p:sldId id="347" r:id="rId11"/>
    <p:sldId id="348" r:id="rId12"/>
    <p:sldId id="349" r:id="rId13"/>
    <p:sldId id="257" r:id="rId14"/>
    <p:sldId id="350" r:id="rId15"/>
    <p:sldId id="351" r:id="rId16"/>
    <p:sldId id="352" r:id="rId17"/>
    <p:sldId id="353" r:id="rId18"/>
    <p:sldId id="357" r:id="rId19"/>
    <p:sldId id="355" r:id="rId20"/>
    <p:sldId id="356" r:id="rId21"/>
  </p:sldIdLst>
  <p:sldSz cx="12192000" cy="6858000"/>
  <p:notesSz cx="6807200" cy="9939338"/>
  <p:defaultTextStyle>
    <a:defPPr>
      <a:defRPr lang="en-AU"/>
    </a:defPPr>
    <a:lvl1pPr algn="l" rtl="0" fontAlgn="base">
      <a:spcBef>
        <a:spcPct val="0"/>
      </a:spcBef>
      <a:spcAft>
        <a:spcPct val="0"/>
      </a:spcAft>
      <a:defRPr kern="1200">
        <a:solidFill>
          <a:schemeClr val="tx1"/>
        </a:solidFill>
        <a:latin typeface="Georgia" pitchFamily="18" charset="0"/>
        <a:ea typeface="+mn-ea"/>
        <a:cs typeface="Arial"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99CCFF"/>
    <a:srgbClr val="FFFFFF"/>
    <a:srgbClr val="FF5050"/>
    <a:srgbClr val="421C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27" d="100"/>
          <a:sy n="127" d="100"/>
        </p:scale>
        <p:origin x="256" y="19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2949787" cy="49696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AU"/>
          </a:p>
        </p:txBody>
      </p:sp>
      <p:sp>
        <p:nvSpPr>
          <p:cNvPr id="240643" name="Rectangle 3"/>
          <p:cNvSpPr>
            <a:spLocks noGrp="1" noChangeArrowheads="1"/>
          </p:cNvSpPr>
          <p:nvPr>
            <p:ph type="dt" idx="1"/>
          </p:nvPr>
        </p:nvSpPr>
        <p:spPr bwMode="auto">
          <a:xfrm>
            <a:off x="3855838" y="0"/>
            <a:ext cx="2949787" cy="49696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AU"/>
          </a:p>
        </p:txBody>
      </p:sp>
      <p:sp>
        <p:nvSpPr>
          <p:cNvPr id="32772" name="Rectangle 4"/>
          <p:cNvSpPr>
            <a:spLocks noGrp="1" noRot="1" noChangeAspect="1" noChangeArrowheads="1" noTextEdit="1"/>
          </p:cNvSpPr>
          <p:nvPr>
            <p:ph type="sldImg" idx="2"/>
          </p:nvPr>
        </p:nvSpPr>
        <p:spPr bwMode="auto">
          <a:xfrm>
            <a:off x="92075" y="746125"/>
            <a:ext cx="6623050" cy="3725863"/>
          </a:xfrm>
          <a:prstGeom prst="rect">
            <a:avLst/>
          </a:prstGeom>
          <a:noFill/>
          <a:ln w="9525">
            <a:solidFill>
              <a:srgbClr val="000000"/>
            </a:solidFill>
            <a:miter lim="800000"/>
            <a:headEnd/>
            <a:tailEnd/>
          </a:ln>
        </p:spPr>
      </p:sp>
      <p:sp>
        <p:nvSpPr>
          <p:cNvPr id="240645" name="Rectangle 5"/>
          <p:cNvSpPr>
            <a:spLocks noGrp="1" noChangeArrowheads="1"/>
          </p:cNvSpPr>
          <p:nvPr>
            <p:ph type="body" sz="quarter" idx="3"/>
          </p:nvPr>
        </p:nvSpPr>
        <p:spPr bwMode="auto">
          <a:xfrm>
            <a:off x="680720" y="4721186"/>
            <a:ext cx="5445760" cy="447270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40646" name="Rectangle 6"/>
          <p:cNvSpPr>
            <a:spLocks noGrp="1" noChangeArrowheads="1"/>
          </p:cNvSpPr>
          <p:nvPr>
            <p:ph type="ftr" sz="quarter" idx="4"/>
          </p:nvPr>
        </p:nvSpPr>
        <p:spPr bwMode="auto">
          <a:xfrm>
            <a:off x="0" y="9440646"/>
            <a:ext cx="2949787" cy="49696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AU"/>
          </a:p>
        </p:txBody>
      </p:sp>
      <p:sp>
        <p:nvSpPr>
          <p:cNvPr id="240647" name="Rectangle 7"/>
          <p:cNvSpPr>
            <a:spLocks noGrp="1" noChangeArrowheads="1"/>
          </p:cNvSpPr>
          <p:nvPr>
            <p:ph type="sldNum" sz="quarter" idx="5"/>
          </p:nvPr>
        </p:nvSpPr>
        <p:spPr bwMode="auto">
          <a:xfrm>
            <a:off x="3855838" y="9440646"/>
            <a:ext cx="2949787" cy="49696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30DC0711-283D-4DA1-970A-EDE24F2C7C8D}" type="slidenum">
              <a:rPr lang="en-AU"/>
              <a:pPr>
                <a:defRPr/>
              </a:pPr>
              <a:t>‹#›</a:t>
            </a:fld>
            <a:endParaRPr lang="en-AU"/>
          </a:p>
        </p:txBody>
      </p:sp>
    </p:spTree>
    <p:extLst>
      <p:ext uri="{BB962C8B-B14F-4D97-AF65-F5344CB8AC3E}">
        <p14:creationId xmlns:p14="http://schemas.microsoft.com/office/powerpoint/2010/main" val="251555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0DC0711-283D-4DA1-970A-EDE24F2C7C8D}" type="slidenum">
              <a:rPr kumimoji="0" lang="en-AU"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AU"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176121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0DC0711-283D-4DA1-970A-EDE24F2C7C8D}" type="slidenum">
              <a:rPr kumimoji="0" lang="en-AU"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AU"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4293934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dirty="0">
                <a:solidFill>
                  <a:srgbClr val="C00000"/>
                </a:solidFill>
              </a:rPr>
              <a:t>Replace this slide with the ‘One Pager’ if it is available. If presenting a high level design or detailed design then costs and timeframes should be included, even if they are estimates.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0DC0711-283D-4DA1-970A-EDE24F2C7C8D}" type="slidenum">
              <a:rPr kumimoji="0" lang="en-AU"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AU"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2441389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i="0" dirty="0"/>
              <a:t>Please provide an outline of what the solution will deliver, any options considered, and any issues, concerns, exceptions to architectural principles identified. The current solution vs future solution should be outlined here to highlight what changes are occurring and any impacts.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i="0" dirty="0"/>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4</a:t>
            </a:fld>
            <a:endParaRPr lang="en-AU"/>
          </a:p>
        </p:txBody>
      </p:sp>
    </p:spTree>
    <p:extLst>
      <p:ext uri="{BB962C8B-B14F-4D97-AF65-F5344CB8AC3E}">
        <p14:creationId xmlns:p14="http://schemas.microsoft.com/office/powerpoint/2010/main" val="261109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US" dirty="0"/>
              <a:t>The example should be removed and replaced with the appropriate diagram and level of detail relevant to your presentation</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5</a:t>
            </a:fld>
            <a:endParaRPr lang="en-AU"/>
          </a:p>
        </p:txBody>
      </p:sp>
    </p:spTree>
    <p:extLst>
      <p:ext uri="{BB962C8B-B14F-4D97-AF65-F5344CB8AC3E}">
        <p14:creationId xmlns:p14="http://schemas.microsoft.com/office/powerpoint/2010/main" val="4146886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i="0" dirty="0"/>
              <a:t>This must be completed even if there is no impact or change to the current architecture – A view of the infrastructure architecture in relation to the solution is required</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6</a:t>
            </a:fld>
            <a:endParaRPr lang="en-AU"/>
          </a:p>
        </p:txBody>
      </p:sp>
    </p:spTree>
    <p:extLst>
      <p:ext uri="{BB962C8B-B14F-4D97-AF65-F5344CB8AC3E}">
        <p14:creationId xmlns:p14="http://schemas.microsoft.com/office/powerpoint/2010/main" val="3003956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AU" i="0" dirty="0"/>
              <a:t>This must be completed even if there is no impact or change to the current architecture – A view of the data architecture in relation to the solution is required</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7</a:t>
            </a:fld>
            <a:endParaRPr lang="en-AU"/>
          </a:p>
        </p:txBody>
      </p:sp>
    </p:spTree>
    <p:extLst>
      <p:ext uri="{BB962C8B-B14F-4D97-AF65-F5344CB8AC3E}">
        <p14:creationId xmlns:p14="http://schemas.microsoft.com/office/powerpoint/2010/main" val="341859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9</a:t>
            </a:fld>
            <a:endParaRPr lang="en-AU"/>
          </a:p>
        </p:txBody>
      </p:sp>
    </p:spTree>
    <p:extLst>
      <p:ext uri="{BB962C8B-B14F-4D97-AF65-F5344CB8AC3E}">
        <p14:creationId xmlns:p14="http://schemas.microsoft.com/office/powerpoint/2010/main" val="880309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10</a:t>
            </a:fld>
            <a:endParaRPr lang="en-AU"/>
          </a:p>
        </p:txBody>
      </p:sp>
    </p:spTree>
    <p:extLst>
      <p:ext uri="{BB962C8B-B14F-4D97-AF65-F5344CB8AC3E}">
        <p14:creationId xmlns:p14="http://schemas.microsoft.com/office/powerpoint/2010/main" val="3978506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11</a:t>
            </a:fld>
            <a:endParaRPr lang="en-AU"/>
          </a:p>
        </p:txBody>
      </p:sp>
    </p:spTree>
    <p:extLst>
      <p:ext uri="{BB962C8B-B14F-4D97-AF65-F5344CB8AC3E}">
        <p14:creationId xmlns:p14="http://schemas.microsoft.com/office/powerpoint/2010/main" val="1219088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US" dirty="0"/>
              <a:t>Please indicate any requirements and/or changes in relation to the listed SLAs – Do not remove the list, but put N/A if any are not applicable</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12</a:t>
            </a:fld>
            <a:endParaRPr lang="en-AU"/>
          </a:p>
        </p:txBody>
      </p:sp>
    </p:spTree>
    <p:extLst>
      <p:ext uri="{BB962C8B-B14F-4D97-AF65-F5344CB8AC3E}">
        <p14:creationId xmlns:p14="http://schemas.microsoft.com/office/powerpoint/2010/main" val="559264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i="0" dirty="0"/>
              <a:t>Remove ticks and/or crosses under ‘Solution’ as applicable for your solution</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smtClean="0"/>
              <a:pPr>
                <a:defRPr/>
              </a:pPr>
              <a:t>13</a:t>
            </a:fld>
            <a:endParaRPr lang="en-AU"/>
          </a:p>
        </p:txBody>
      </p:sp>
    </p:spTree>
    <p:extLst>
      <p:ext uri="{BB962C8B-B14F-4D97-AF65-F5344CB8AC3E}">
        <p14:creationId xmlns:p14="http://schemas.microsoft.com/office/powerpoint/2010/main" val="896895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i="0" dirty="0"/>
              <a:t>Remove ticks and/or crosses under ‘Solution’ as applicable for your solution</a:t>
            </a:r>
          </a:p>
          <a:p>
            <a:endParaRPr lang="en-AU" i="0" dirty="0"/>
          </a:p>
        </p:txBody>
      </p:sp>
      <p:sp>
        <p:nvSpPr>
          <p:cNvPr id="4" name="Slide Number Placeholder 3"/>
          <p:cNvSpPr>
            <a:spLocks noGrp="1"/>
          </p:cNvSpPr>
          <p:nvPr>
            <p:ph type="sldNum" sz="quarter" idx="10"/>
          </p:nvPr>
        </p:nvSpPr>
        <p:spPr/>
        <p:txBody>
          <a:bodyPr/>
          <a:lstStyle/>
          <a:p>
            <a:pPr>
              <a:defRPr/>
            </a:pPr>
            <a:fld id="{30DC0711-283D-4DA1-970A-EDE24F2C7C8D}" type="slidenum">
              <a:rPr lang="en-AU" smtClean="0"/>
              <a:pPr>
                <a:defRPr/>
              </a:pPr>
              <a:t>14</a:t>
            </a:fld>
            <a:endParaRPr lang="en-AU"/>
          </a:p>
        </p:txBody>
      </p:sp>
    </p:spTree>
    <p:extLst>
      <p:ext uri="{BB962C8B-B14F-4D97-AF65-F5344CB8AC3E}">
        <p14:creationId xmlns:p14="http://schemas.microsoft.com/office/powerpoint/2010/main" val="1418710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US" dirty="0"/>
              <a:t>This slide is to be completed by the chair of the ADA at the time of presentation – Not prior</a:t>
            </a:r>
          </a:p>
        </p:txBody>
      </p:sp>
      <p:sp>
        <p:nvSpPr>
          <p:cNvPr id="4" name="Slide Number Placeholder 3"/>
          <p:cNvSpPr>
            <a:spLocks noGrp="1"/>
          </p:cNvSpPr>
          <p:nvPr>
            <p:ph type="sldNum" sz="quarter" idx="10"/>
          </p:nvPr>
        </p:nvSpPr>
        <p:spPr/>
        <p:txBody>
          <a:bodyPr/>
          <a:lstStyle/>
          <a:p>
            <a:pPr>
              <a:defRPr/>
            </a:pPr>
            <a:fld id="{30DC0711-283D-4DA1-970A-EDE24F2C7C8D}" type="slidenum">
              <a:rPr lang="en-AU"/>
              <a:pPr>
                <a:defRPr/>
              </a:pPr>
              <a:t>15</a:t>
            </a:fld>
            <a:endParaRPr lang="en-AU"/>
          </a:p>
        </p:txBody>
      </p:sp>
    </p:spTree>
    <p:extLst>
      <p:ext uri="{BB962C8B-B14F-4D97-AF65-F5344CB8AC3E}">
        <p14:creationId xmlns:p14="http://schemas.microsoft.com/office/powerpoint/2010/main" val="25652560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900397" y="2708919"/>
            <a:ext cx="7957172" cy="624000"/>
          </a:xfrm>
        </p:spPr>
        <p:txBody>
          <a:bodyPr anchor="t"/>
          <a:lstStyle>
            <a:lvl1pPr>
              <a:lnSpc>
                <a:spcPct val="90000"/>
              </a:lnSpc>
              <a:defRPr sz="4000" b="1" cap="none" baseline="0">
                <a:solidFill>
                  <a:schemeClr val="tx1"/>
                </a:solidFill>
                <a:latin typeface="+mj-lt"/>
              </a:defRPr>
            </a:lvl1pPr>
          </a:lstStyle>
          <a:p>
            <a:r>
              <a:rPr lang="en-AU" noProof="0" dirty="0"/>
              <a:t>Click to add title</a:t>
            </a:r>
          </a:p>
        </p:txBody>
      </p:sp>
      <p:sp>
        <p:nvSpPr>
          <p:cNvPr id="3" name="Subtitle 2"/>
          <p:cNvSpPr>
            <a:spLocks noGrp="1"/>
          </p:cNvSpPr>
          <p:nvPr>
            <p:ph type="subTitle" idx="1"/>
          </p:nvPr>
        </p:nvSpPr>
        <p:spPr>
          <a:xfrm>
            <a:off x="3900397" y="3510687"/>
            <a:ext cx="7957172" cy="231404"/>
          </a:xfrm>
        </p:spPr>
        <p:txBody>
          <a:bodyPr/>
          <a:lstStyle>
            <a:lvl1pPr marL="0" indent="0" algn="l">
              <a:spcAft>
                <a:spcPts val="0"/>
              </a:spcAft>
              <a:buNone/>
              <a:defRPr>
                <a:solidFill>
                  <a:schemeClr val="tx1"/>
                </a:solidFill>
                <a:latin typeface="+mj-lt"/>
              </a:defRPr>
            </a:lvl1pPr>
            <a:lvl2pPr marL="0" indent="0" algn="l">
              <a:spcAft>
                <a:spcPts val="0"/>
              </a:spcAft>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edit Master subtitle style</a:t>
            </a:r>
            <a:endParaRPr lang="en-AU" noProof="0" dirty="0"/>
          </a:p>
        </p:txBody>
      </p:sp>
      <p:sp>
        <p:nvSpPr>
          <p:cNvPr id="5" name="Date Placeholder 4"/>
          <p:cNvSpPr>
            <a:spLocks noGrp="1"/>
          </p:cNvSpPr>
          <p:nvPr>
            <p:ph type="dt" sz="half" idx="10"/>
          </p:nvPr>
        </p:nvSpPr>
        <p:spPr>
          <a:xfrm>
            <a:off x="3900397" y="3796301"/>
            <a:ext cx="7957172" cy="367064"/>
          </a:xfrm>
          <a:prstGeom prst="rect">
            <a:avLst/>
          </a:prstGeom>
        </p:spPr>
        <p:txBody>
          <a:bodyPr lIns="0" tIns="0" rIns="0" bIns="0"/>
          <a:lstStyle>
            <a:lvl1pPr algn="l">
              <a:lnSpc>
                <a:spcPct val="100000"/>
              </a:lnSpc>
              <a:defRPr lang="en-AU" sz="1200" b="1" kern="1200" cap="all" baseline="0" dirty="0">
                <a:solidFill>
                  <a:schemeClr val="accent1"/>
                </a:solidFill>
                <a:latin typeface="+mj-lt"/>
                <a:ea typeface="+mn-ea"/>
                <a:cs typeface="Gotham Medium" pitchFamily="50" charset="0"/>
              </a:defRPr>
            </a:lvl1pPr>
          </a:lstStyle>
          <a:p>
            <a:pPr fontAlgn="auto">
              <a:spcBef>
                <a:spcPts val="0"/>
              </a:spcBef>
              <a:spcAft>
                <a:spcPts val="0"/>
              </a:spcAft>
            </a:pPr>
            <a:endParaRPr lang="en-AU">
              <a:solidFill>
                <a:srgbClr val="C4A54B"/>
              </a:solidFill>
            </a:endParaRP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2428"/>
          <a:stretch/>
        </p:blipFill>
        <p:spPr>
          <a:xfrm>
            <a:off x="370395" y="1451346"/>
            <a:ext cx="3131600" cy="3955308"/>
          </a:xfrm>
          <a:prstGeom prst="rect">
            <a:avLst/>
          </a:prstGeom>
        </p:spPr>
      </p:pic>
    </p:spTree>
    <p:extLst>
      <p:ext uri="{BB962C8B-B14F-4D97-AF65-F5344CB8AC3E}">
        <p14:creationId xmlns:p14="http://schemas.microsoft.com/office/powerpoint/2010/main" val="1914581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36003" y="2962800"/>
            <a:ext cx="11521567" cy="1193445"/>
          </a:xfrm>
        </p:spPr>
        <p:txBody>
          <a:bodyPr anchor="t"/>
          <a:lstStyle>
            <a:lvl1pPr algn="l">
              <a:lnSpc>
                <a:spcPct val="80000"/>
              </a:lnSpc>
              <a:defRPr sz="4000" b="0" cap="all" baseline="0">
                <a:latin typeface="+mj-lt"/>
                <a:cs typeface="Gotham Medium" pitchFamily="50" charset="0"/>
              </a:defRPr>
            </a:lvl1pPr>
          </a:lstStyle>
          <a:p>
            <a:r>
              <a:rPr lang="en-GB" noProof="0"/>
              <a:t>Click to edit Master title style</a:t>
            </a:r>
            <a:endParaRPr lang="en-AU" noProof="0" dirty="0"/>
          </a:p>
        </p:txBody>
      </p:sp>
      <p:sp>
        <p:nvSpPr>
          <p:cNvPr id="3" name="Text Placeholder 2"/>
          <p:cNvSpPr>
            <a:spLocks noGrp="1"/>
          </p:cNvSpPr>
          <p:nvPr>
            <p:ph type="body" idx="1"/>
          </p:nvPr>
        </p:nvSpPr>
        <p:spPr>
          <a:xfrm>
            <a:off x="336003" y="2554091"/>
            <a:ext cx="11521567" cy="314020"/>
          </a:xfrm>
        </p:spPr>
        <p:txBody>
          <a:bodyPr anchor="t"/>
          <a:lstStyle>
            <a:lvl1pPr marL="0" indent="0">
              <a:lnSpc>
                <a:spcPct val="90000"/>
              </a:lnSpc>
              <a:spcAft>
                <a:spcPts val="0"/>
              </a:spcAft>
              <a:buNone/>
              <a:defRPr sz="1800" b="0" cap="all" baseline="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noProof="0"/>
              <a:t>Click to edit Master text styles</a:t>
            </a:r>
          </a:p>
        </p:txBody>
      </p:sp>
      <p:sp>
        <p:nvSpPr>
          <p:cNvPr id="5" name="Slide Number Placeholder 4"/>
          <p:cNvSpPr>
            <a:spLocks noGrp="1"/>
          </p:cNvSpPr>
          <p:nvPr>
            <p:ph type="sldNum" sz="quarter" idx="11"/>
          </p:nvPr>
        </p:nvSpPr>
        <p:spPr>
          <a:xfrm>
            <a:off x="10434125" y="6512997"/>
            <a:ext cx="1422515" cy="216000"/>
          </a:xfrm>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Tree>
    <p:extLst>
      <p:ext uri="{BB962C8B-B14F-4D97-AF65-F5344CB8AC3E}">
        <p14:creationId xmlns:p14="http://schemas.microsoft.com/office/powerpoint/2010/main" val="209195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
        <p:nvSpPr>
          <p:cNvPr id="6" name="Slide Number Placeholder 5"/>
          <p:cNvSpPr>
            <a:spLocks noGrp="1"/>
          </p:cNvSpPr>
          <p:nvPr>
            <p:ph type="sldNum" sz="quarter" idx="16"/>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8" name="Content Placeholder 2"/>
          <p:cNvSpPr>
            <a:spLocks noGrp="1"/>
          </p:cNvSpPr>
          <p:nvPr>
            <p:ph idx="1" hasCustomPrompt="1"/>
          </p:nvPr>
        </p:nvSpPr>
        <p:spPr>
          <a:xfrm>
            <a:off x="336000" y="1305600"/>
            <a:ext cx="11520000"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2" name="Title 1"/>
          <p:cNvSpPr>
            <a:spLocks noGrp="1"/>
          </p:cNvSpPr>
          <p:nvPr>
            <p:ph type="title" hasCustomPrompt="1"/>
          </p:nvPr>
        </p:nvSpPr>
        <p:spPr/>
        <p:txBody>
          <a:bodyPr/>
          <a:lstStyle>
            <a:lvl1pPr>
              <a:defRPr/>
            </a:lvl1pPr>
          </a:lstStyle>
          <a:p>
            <a:r>
              <a:rPr lang="en-US" dirty="0"/>
              <a:t>Click to add title</a:t>
            </a:r>
            <a:endParaRPr lang="en-AU" dirty="0"/>
          </a:p>
        </p:txBody>
      </p:sp>
    </p:spTree>
    <p:extLst>
      <p:ext uri="{BB962C8B-B14F-4D97-AF65-F5344CB8AC3E}">
        <p14:creationId xmlns:p14="http://schemas.microsoft.com/office/powerpoint/2010/main" val="289360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35999"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4" name="Content Placeholder 3"/>
          <p:cNvSpPr>
            <a:spLocks noGrp="1"/>
          </p:cNvSpPr>
          <p:nvPr>
            <p:ph sz="half" idx="2" hasCustomPrompt="1"/>
          </p:nvPr>
        </p:nvSpPr>
        <p:spPr>
          <a:xfrm>
            <a:off x="6144000"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5" name="Title 4"/>
          <p:cNvSpPr>
            <a:spLocks noGrp="1"/>
          </p:cNvSpPr>
          <p:nvPr>
            <p:ph type="title"/>
          </p:nvPr>
        </p:nvSpPr>
        <p:spPr/>
        <p:txBody>
          <a:bodyPr/>
          <a:lstStyle/>
          <a:p>
            <a:r>
              <a:rPr lang="en-GB"/>
              <a:t>Click to edit Master title style</a:t>
            </a:r>
            <a:endParaRPr lang="en-AU" dirty="0"/>
          </a:p>
        </p:txBody>
      </p:sp>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2536776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35999" y="1305600"/>
            <a:ext cx="11520000" cy="2880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5" name="Title 4"/>
          <p:cNvSpPr>
            <a:spLocks noGrp="1"/>
          </p:cNvSpPr>
          <p:nvPr>
            <p:ph type="title"/>
          </p:nvPr>
        </p:nvSpPr>
        <p:spPr/>
        <p:txBody>
          <a:bodyPr/>
          <a:lstStyle/>
          <a:p>
            <a:r>
              <a:rPr lang="en-GB"/>
              <a:t>Click to edit Master title style</a:t>
            </a:r>
            <a:endParaRPr lang="en-AU" dirty="0"/>
          </a:p>
        </p:txBody>
      </p:sp>
      <p:sp>
        <p:nvSpPr>
          <p:cNvPr id="7" name="Content Placeholder 2"/>
          <p:cNvSpPr>
            <a:spLocks noGrp="1"/>
          </p:cNvSpPr>
          <p:nvPr>
            <p:ph sz="half" idx="15" hasCustomPrompt="1"/>
          </p:nvPr>
        </p:nvSpPr>
        <p:spPr>
          <a:xfrm>
            <a:off x="335999" y="3861048"/>
            <a:ext cx="5712000" cy="2249488"/>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9" name="Content Placeholder 3"/>
          <p:cNvSpPr>
            <a:spLocks noGrp="1"/>
          </p:cNvSpPr>
          <p:nvPr>
            <p:ph sz="half" idx="16" hasCustomPrompt="1"/>
          </p:nvPr>
        </p:nvSpPr>
        <p:spPr>
          <a:xfrm>
            <a:off x="6144000" y="3861048"/>
            <a:ext cx="5712000" cy="2249488"/>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0"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2702396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AU" dirty="0"/>
          </a:p>
        </p:txBody>
      </p:sp>
      <p:sp>
        <p:nvSpPr>
          <p:cNvPr id="4" name="Content Placeholder 3"/>
          <p:cNvSpPr>
            <a:spLocks noGrp="1"/>
          </p:cNvSpPr>
          <p:nvPr>
            <p:ph sz="half" idx="2" hasCustomPrompt="1"/>
          </p:nvPr>
        </p:nvSpPr>
        <p:spPr>
          <a:xfrm>
            <a:off x="336000" y="1964640"/>
            <a:ext cx="5712000" cy="4433715"/>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level.7</a:t>
            </a:r>
          </a:p>
        </p:txBody>
      </p:sp>
      <p:sp>
        <p:nvSpPr>
          <p:cNvPr id="6" name="Content Placeholder 5"/>
          <p:cNvSpPr>
            <a:spLocks noGrp="1"/>
          </p:cNvSpPr>
          <p:nvPr>
            <p:ph sz="quarter" idx="4" hasCustomPrompt="1"/>
          </p:nvPr>
        </p:nvSpPr>
        <p:spPr>
          <a:xfrm>
            <a:off x="6144000" y="1969330"/>
            <a:ext cx="5712000" cy="4429355"/>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8" name="Slide Number Placeholder 7"/>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10" name="Content Placeholder 3"/>
          <p:cNvSpPr>
            <a:spLocks noGrp="1"/>
          </p:cNvSpPr>
          <p:nvPr>
            <p:ph sz="half" idx="15" hasCustomPrompt="1"/>
          </p:nvPr>
        </p:nvSpPr>
        <p:spPr>
          <a:xfrm>
            <a:off x="335360" y="1305600"/>
            <a:ext cx="5712000" cy="576064"/>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CLICK TO ADD TEXT</a:t>
            </a:r>
          </a:p>
        </p:txBody>
      </p:sp>
      <p:sp>
        <p:nvSpPr>
          <p:cNvPr id="13" name="Content Placeholder 3"/>
          <p:cNvSpPr>
            <a:spLocks noGrp="1"/>
          </p:cNvSpPr>
          <p:nvPr>
            <p:ph sz="half" idx="16" hasCustomPrompt="1"/>
          </p:nvPr>
        </p:nvSpPr>
        <p:spPr>
          <a:xfrm>
            <a:off x="6144640" y="1305600"/>
            <a:ext cx="5712000" cy="576064"/>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CLICK TO ADD TEXT</a:t>
            </a:r>
          </a:p>
        </p:txBody>
      </p:sp>
      <p:sp>
        <p:nvSpPr>
          <p:cNvPr id="11"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1033070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a:t>Click to edit Master title style</a:t>
            </a:r>
            <a:endParaRPr lang="en-AU" noProof="0" dirty="0"/>
          </a:p>
        </p:txBody>
      </p:sp>
      <p:sp>
        <p:nvSpPr>
          <p:cNvPr id="4" name="Slide Number Placeholder 3"/>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58207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quote">
    <p:spTree>
      <p:nvGrpSpPr>
        <p:cNvPr id="1" name=""/>
        <p:cNvGrpSpPr/>
        <p:nvPr/>
      </p:nvGrpSpPr>
      <p:grpSpPr>
        <a:xfrm>
          <a:off x="0" y="0"/>
          <a:ext cx="0" cy="0"/>
          <a:chOff x="0" y="0"/>
          <a:chExt cx="0" cy="0"/>
        </a:xfrm>
      </p:grpSpPr>
      <p:sp>
        <p:nvSpPr>
          <p:cNvPr id="8" name="Rectangle 7"/>
          <p:cNvSpPr/>
          <p:nvPr userDrawn="1"/>
        </p:nvSpPr>
        <p:spPr>
          <a:xfrm>
            <a:off x="7535333" y="0"/>
            <a:ext cx="4656667"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Placeholder 10"/>
          <p:cNvSpPr>
            <a:spLocks noGrp="1"/>
          </p:cNvSpPr>
          <p:nvPr>
            <p:ph type="body" sz="quarter" idx="15" hasCustomPrompt="1"/>
          </p:nvPr>
        </p:nvSpPr>
        <p:spPr>
          <a:xfrm>
            <a:off x="7824192" y="1305600"/>
            <a:ext cx="4032000" cy="5088000"/>
          </a:xfrm>
        </p:spPr>
        <p:txBody>
          <a:bodyPr/>
          <a:lstStyle>
            <a:lvl1pPr>
              <a:lnSpc>
                <a:spcPct val="100000"/>
              </a:lnSpc>
              <a:spcAft>
                <a:spcPts val="600"/>
              </a:spcAft>
              <a:defRPr sz="1200" cap="all" baseline="0">
                <a:solidFill>
                  <a:schemeClr val="tx1"/>
                </a:solidFill>
                <a:latin typeface="+mj-lt"/>
              </a:defRPr>
            </a:lvl1pPr>
          </a:lstStyle>
          <a:p>
            <a:pPr lvl="0"/>
            <a:r>
              <a:rPr lang="en-AU" noProof="0" dirty="0"/>
              <a:t>Click to add quote text</a:t>
            </a:r>
          </a:p>
        </p:txBody>
      </p:sp>
      <p:sp>
        <p:nvSpPr>
          <p:cNvPr id="15" name="Slide Number Placeholder 14"/>
          <p:cNvSpPr>
            <a:spLocks noGrp="1"/>
          </p:cNvSpPr>
          <p:nvPr>
            <p:ph type="sldNum" sz="quarter" idx="12"/>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2" name="Title 1"/>
          <p:cNvSpPr>
            <a:spLocks noGrp="1"/>
          </p:cNvSpPr>
          <p:nvPr>
            <p:ph type="title"/>
          </p:nvPr>
        </p:nvSpPr>
        <p:spPr>
          <a:xfrm>
            <a:off x="336000" y="215999"/>
            <a:ext cx="6840120" cy="288000"/>
          </a:xfrm>
        </p:spPr>
        <p:txBody>
          <a:bodyPr/>
          <a:lstStyle/>
          <a:p>
            <a:r>
              <a:rPr lang="en-GB"/>
              <a:t>Click to edit Master title style</a:t>
            </a:r>
            <a:endParaRPr lang="en-AU" dirty="0"/>
          </a:p>
        </p:txBody>
      </p:sp>
      <p:sp>
        <p:nvSpPr>
          <p:cNvPr id="6" name="Picture Placeholder 5"/>
          <p:cNvSpPr>
            <a:spLocks noGrp="1"/>
          </p:cNvSpPr>
          <p:nvPr>
            <p:ph type="pic" sz="quarter" idx="16"/>
          </p:nvPr>
        </p:nvSpPr>
        <p:spPr>
          <a:xfrm>
            <a:off x="7824192" y="4149726"/>
            <a:ext cx="1016000" cy="854075"/>
          </a:xfrm>
        </p:spPr>
        <p:txBody>
          <a:bodyPr/>
          <a:lstStyle/>
          <a:p>
            <a:r>
              <a:rPr lang="en-GB"/>
              <a:t>Click icon to add picture</a:t>
            </a:r>
            <a:endParaRPr lang="en-AU" dirty="0"/>
          </a:p>
        </p:txBody>
      </p:sp>
      <p:sp>
        <p:nvSpPr>
          <p:cNvPr id="11" name="Text Placeholder 10"/>
          <p:cNvSpPr>
            <a:spLocks noGrp="1"/>
          </p:cNvSpPr>
          <p:nvPr>
            <p:ph type="body" sz="quarter" idx="17" hasCustomPrompt="1"/>
          </p:nvPr>
        </p:nvSpPr>
        <p:spPr>
          <a:xfrm>
            <a:off x="8976322" y="4351401"/>
            <a:ext cx="2881247" cy="652400"/>
          </a:xfrm>
        </p:spPr>
        <p:txBody>
          <a:bodyPr/>
          <a:lstStyle>
            <a:lvl1pPr>
              <a:lnSpc>
                <a:spcPct val="85000"/>
              </a:lnSpc>
              <a:spcAft>
                <a:spcPts val="0"/>
              </a:spcAft>
              <a:defRPr sz="1200">
                <a:solidFill>
                  <a:schemeClr val="tx1"/>
                </a:solidFill>
                <a:latin typeface="+mn-lt"/>
              </a:defRPr>
            </a:lvl1pPr>
            <a:lvl2pPr>
              <a:spcAft>
                <a:spcPts val="0"/>
              </a:spcAft>
              <a:defRPr sz="800">
                <a:solidFill>
                  <a:schemeClr val="tx1"/>
                </a:solidFill>
              </a:defRPr>
            </a:lvl2pPr>
            <a:lvl3pPr marL="0" indent="0">
              <a:spcAft>
                <a:spcPts val="0"/>
              </a:spcAft>
              <a:buNone/>
              <a:defRPr sz="700" cap="none" baseline="0">
                <a:solidFill>
                  <a:schemeClr val="tx1"/>
                </a:solidFill>
              </a:defRPr>
            </a:lvl3pPr>
            <a:lvl4pPr>
              <a:defRPr sz="700">
                <a:solidFill>
                  <a:schemeClr val="bg1"/>
                </a:solidFill>
              </a:defRPr>
            </a:lvl4pPr>
            <a:lvl5pPr>
              <a:defRPr sz="700">
                <a:solidFill>
                  <a:schemeClr val="bg1"/>
                </a:solidFill>
              </a:defRPr>
            </a:lvl5pPr>
          </a:lstStyle>
          <a:p>
            <a:pPr lvl="0"/>
            <a:r>
              <a:rPr lang="en-AU" noProof="0" dirty="0"/>
              <a:t>Click to edit styles</a:t>
            </a:r>
          </a:p>
          <a:p>
            <a:pPr lvl="1"/>
            <a:r>
              <a:rPr lang="en-AU" noProof="0" dirty="0"/>
              <a:t>Second level</a:t>
            </a:r>
          </a:p>
          <a:p>
            <a:pPr lvl="2"/>
            <a:r>
              <a:rPr lang="en-AU" noProof="0" dirty="0"/>
              <a:t>Third level</a:t>
            </a:r>
          </a:p>
        </p:txBody>
      </p:sp>
      <p:sp>
        <p:nvSpPr>
          <p:cNvPr id="10" name="Content Placeholder 2"/>
          <p:cNvSpPr>
            <a:spLocks noGrp="1"/>
          </p:cNvSpPr>
          <p:nvPr>
            <p:ph idx="1" hasCustomPrompt="1"/>
          </p:nvPr>
        </p:nvSpPr>
        <p:spPr>
          <a:xfrm>
            <a:off x="336000" y="1305600"/>
            <a:ext cx="7104149"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4" name="Text Placeholder 4"/>
          <p:cNvSpPr>
            <a:spLocks noGrp="1"/>
          </p:cNvSpPr>
          <p:nvPr>
            <p:ph type="body" sz="quarter" idx="14"/>
          </p:nvPr>
        </p:nvSpPr>
        <p:spPr>
          <a:xfrm>
            <a:off x="336000" y="539391"/>
            <a:ext cx="684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225391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and Content_1">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44000"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
        <p:nvSpPr>
          <p:cNvPr id="9" name="Picture Placeholder 8"/>
          <p:cNvSpPr>
            <a:spLocks noGrp="1"/>
          </p:cNvSpPr>
          <p:nvPr>
            <p:ph type="pic" sz="quarter" idx="13"/>
          </p:nvPr>
        </p:nvSpPr>
        <p:spPr>
          <a:xfrm>
            <a:off x="335999" y="1305600"/>
            <a:ext cx="5712000" cy="5088000"/>
          </a:xfrm>
        </p:spPr>
        <p:txBody>
          <a:bodyPr/>
          <a:lstStyle/>
          <a:p>
            <a:r>
              <a:rPr lang="en-GB" noProof="0"/>
              <a:t>Click icon to add picture</a:t>
            </a:r>
            <a:endParaRPr lang="en-AU" noProof="0" dirty="0"/>
          </a:p>
        </p:txBody>
      </p:sp>
      <p:sp>
        <p:nvSpPr>
          <p:cNvPr id="10" name="Title 9"/>
          <p:cNvSpPr>
            <a:spLocks noGrp="1"/>
          </p:cNvSpPr>
          <p:nvPr>
            <p:ph type="title"/>
          </p:nvPr>
        </p:nvSpPr>
        <p:spPr/>
        <p:txBody>
          <a:bodyPr/>
          <a:lstStyle/>
          <a:p>
            <a:r>
              <a:rPr lang="en-GB"/>
              <a:t>Click to edit Master title style</a:t>
            </a:r>
            <a:endParaRPr lang="en-AU" dirty="0"/>
          </a:p>
        </p:txBody>
      </p:sp>
      <p:sp>
        <p:nvSpPr>
          <p:cNvPr id="4" name="Slide Number Placeholder 3"/>
          <p:cNvSpPr>
            <a:spLocks noGrp="1"/>
          </p:cNvSpPr>
          <p:nvPr>
            <p:ph type="sldNum" sz="quarter" idx="15"/>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8"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935543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and Content_2">
    <p:spTree>
      <p:nvGrpSpPr>
        <p:cNvPr id="1" name=""/>
        <p:cNvGrpSpPr/>
        <p:nvPr/>
      </p:nvGrpSpPr>
      <p:grpSpPr>
        <a:xfrm>
          <a:off x="0" y="0"/>
          <a:ext cx="0" cy="0"/>
          <a:chOff x="0" y="0"/>
          <a:chExt cx="0" cy="0"/>
        </a:xfrm>
      </p:grpSpPr>
      <p:sp>
        <p:nvSpPr>
          <p:cNvPr id="8" name="Rectangle 7"/>
          <p:cNvSpPr/>
          <p:nvPr userDrawn="1"/>
        </p:nvSpPr>
        <p:spPr>
          <a:xfrm>
            <a:off x="7536160" y="0"/>
            <a:ext cx="4655840"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Content Placeholder 2"/>
          <p:cNvSpPr>
            <a:spLocks noGrp="1"/>
          </p:cNvSpPr>
          <p:nvPr>
            <p:ph idx="1" hasCustomPrompt="1"/>
          </p:nvPr>
        </p:nvSpPr>
        <p:spPr>
          <a:xfrm>
            <a:off x="336000" y="1305600"/>
            <a:ext cx="7104149"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5" name="Slide Number Placeholder 14"/>
          <p:cNvSpPr>
            <a:spLocks noGrp="1"/>
          </p:cNvSpPr>
          <p:nvPr>
            <p:ph type="sldNum" sz="quarter" idx="12"/>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2" name="Title 1"/>
          <p:cNvSpPr>
            <a:spLocks noGrp="1"/>
          </p:cNvSpPr>
          <p:nvPr>
            <p:ph type="title"/>
          </p:nvPr>
        </p:nvSpPr>
        <p:spPr>
          <a:xfrm>
            <a:off x="336000" y="215999"/>
            <a:ext cx="6840120" cy="288000"/>
          </a:xfrm>
        </p:spPr>
        <p:txBody>
          <a:bodyPr/>
          <a:lstStyle/>
          <a:p>
            <a:r>
              <a:rPr lang="en-GB"/>
              <a:t>Click to edit Master title style</a:t>
            </a:r>
            <a:endParaRPr lang="en-AU" dirty="0"/>
          </a:p>
        </p:txBody>
      </p:sp>
      <p:sp>
        <p:nvSpPr>
          <p:cNvPr id="11" name="Picture Placeholder 8"/>
          <p:cNvSpPr>
            <a:spLocks noGrp="1"/>
          </p:cNvSpPr>
          <p:nvPr>
            <p:ph type="pic" sz="quarter" idx="13"/>
          </p:nvPr>
        </p:nvSpPr>
        <p:spPr>
          <a:xfrm>
            <a:off x="7823200" y="1305600"/>
            <a:ext cx="4033440" cy="5088000"/>
          </a:xfrm>
        </p:spPr>
        <p:txBody>
          <a:bodyPr/>
          <a:lstStyle>
            <a:lvl1pPr>
              <a:defRPr/>
            </a:lvl1pPr>
          </a:lstStyle>
          <a:p>
            <a:pPr lvl="0"/>
            <a:r>
              <a:rPr lang="en-GB" noProof="0"/>
              <a:t>Click icon to add picture</a:t>
            </a:r>
            <a:endParaRPr lang="en-AU" noProof="0" dirty="0"/>
          </a:p>
        </p:txBody>
      </p:sp>
      <p:sp>
        <p:nvSpPr>
          <p:cNvPr id="12" name="Text Placeholder 4"/>
          <p:cNvSpPr>
            <a:spLocks noGrp="1"/>
          </p:cNvSpPr>
          <p:nvPr>
            <p:ph type="body" sz="quarter" idx="14"/>
          </p:nvPr>
        </p:nvSpPr>
        <p:spPr>
          <a:xfrm>
            <a:off x="336000" y="539391"/>
            <a:ext cx="684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2501475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and Content_3">
    <p:spTree>
      <p:nvGrpSpPr>
        <p:cNvPr id="1" name=""/>
        <p:cNvGrpSpPr/>
        <p:nvPr/>
      </p:nvGrpSpPr>
      <p:grpSpPr>
        <a:xfrm>
          <a:off x="0" y="0"/>
          <a:ext cx="0" cy="0"/>
          <a:chOff x="0" y="0"/>
          <a:chExt cx="0" cy="0"/>
        </a:xfrm>
      </p:grpSpPr>
      <p:sp>
        <p:nvSpPr>
          <p:cNvPr id="4" name="Rectangle 3"/>
          <p:cNvSpPr/>
          <p:nvPr userDrawn="1"/>
        </p:nvSpPr>
        <p:spPr>
          <a:xfrm>
            <a:off x="0" y="1"/>
            <a:ext cx="4656667" cy="639921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 name="Title 1"/>
          <p:cNvSpPr>
            <a:spLocks noGrp="1"/>
          </p:cNvSpPr>
          <p:nvPr>
            <p:ph type="title"/>
          </p:nvPr>
        </p:nvSpPr>
        <p:spPr>
          <a:xfrm>
            <a:off x="336003" y="1542598"/>
            <a:ext cx="4032799" cy="1719715"/>
          </a:xfrm>
        </p:spPr>
        <p:txBody>
          <a:bodyPr tIns="36000" anchor="t"/>
          <a:lstStyle>
            <a:lvl1pPr algn="l">
              <a:lnSpc>
                <a:spcPct val="80000"/>
              </a:lnSpc>
              <a:defRPr sz="1200" b="0" cap="all" baseline="0">
                <a:latin typeface="+mn-lt"/>
              </a:defRPr>
            </a:lvl1pPr>
          </a:lstStyle>
          <a:p>
            <a:r>
              <a:rPr lang="en-GB" noProof="0"/>
              <a:t>Click to edit Master title style</a:t>
            </a:r>
            <a:endParaRPr lang="en-AU" noProof="0" dirty="0"/>
          </a:p>
        </p:txBody>
      </p:sp>
      <p:sp>
        <p:nvSpPr>
          <p:cNvPr id="5" name="Slide Number Placeholder 4"/>
          <p:cNvSpPr>
            <a:spLocks noGrp="1"/>
          </p:cNvSpPr>
          <p:nvPr userDrawn="1">
            <p:ph type="sldNum" sz="quarter" idx="11"/>
          </p:nvPr>
        </p:nvSpPr>
        <p:spPr/>
        <p:txBody>
          <a:bodyPr/>
          <a:lstStyle>
            <a:lvl1pPr>
              <a:defRPr>
                <a:solidFill>
                  <a:schemeClr val="tx2"/>
                </a:solidFill>
              </a:defRPr>
            </a:lvl1p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9" name="Content Placeholder 2"/>
          <p:cNvSpPr>
            <a:spLocks noGrp="1"/>
          </p:cNvSpPr>
          <p:nvPr>
            <p:ph idx="1" hasCustomPrompt="1"/>
          </p:nvPr>
        </p:nvSpPr>
        <p:spPr>
          <a:xfrm>
            <a:off x="336000" y="1305600"/>
            <a:ext cx="4032800" cy="217552"/>
          </a:xfrm>
        </p:spPr>
        <p:txBody>
          <a:bodyPr/>
          <a:lstStyle>
            <a:lvl1pPr>
              <a:defRPr baseline="0"/>
            </a:lvl1pPr>
            <a:lvl5pPr>
              <a:defRPr baseline="0"/>
            </a:lvl5pPr>
          </a:lstStyle>
          <a:p>
            <a:pPr lvl="0"/>
            <a:r>
              <a:rPr lang="en-AU" noProof="0" dirty="0"/>
              <a:t>CLICK TO ADD TEXT</a:t>
            </a:r>
          </a:p>
        </p:txBody>
      </p:sp>
      <p:sp>
        <p:nvSpPr>
          <p:cNvPr id="8" name="Isosceles Triangle 7"/>
          <p:cNvSpPr/>
          <p:nvPr userDrawn="1"/>
        </p:nvSpPr>
        <p:spPr>
          <a:xfrm rot="5400000">
            <a:off x="4619836" y="1088740"/>
            <a:ext cx="360040" cy="288032"/>
          </a:xfrm>
          <a:prstGeom prst="triangle">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GB" noProof="0"/>
              <a:t>Click to edit Master text styles</a:t>
            </a:r>
          </a:p>
        </p:txBody>
      </p:sp>
      <p:sp>
        <p:nvSpPr>
          <p:cNvPr id="15" name="Picture Placeholder 8"/>
          <p:cNvSpPr>
            <a:spLocks noGrp="1"/>
          </p:cNvSpPr>
          <p:nvPr>
            <p:ph type="pic" sz="quarter" idx="13"/>
          </p:nvPr>
        </p:nvSpPr>
        <p:spPr>
          <a:xfrm>
            <a:off x="5135893" y="1305600"/>
            <a:ext cx="6720747" cy="5088000"/>
          </a:xfrm>
        </p:spPr>
        <p:txBody>
          <a:bodyPr/>
          <a:lstStyle>
            <a:lvl1pPr>
              <a:defRPr/>
            </a:lvl1pPr>
          </a:lstStyle>
          <a:p>
            <a:pPr lvl="0"/>
            <a:r>
              <a:rPr lang="en-GB" noProof="0"/>
              <a:t>Click icon to add picture</a:t>
            </a:r>
            <a:endParaRPr lang="en-AU" noProof="0" dirty="0"/>
          </a:p>
        </p:txBody>
      </p:sp>
      <p:sp>
        <p:nvSpPr>
          <p:cNvPr id="11"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1034882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Image background">
    <p:spTree>
      <p:nvGrpSpPr>
        <p:cNvPr id="1" name=""/>
        <p:cNvGrpSpPr/>
        <p:nvPr/>
      </p:nvGrpSpPr>
      <p:grpSpPr>
        <a:xfrm>
          <a:off x="0" y="0"/>
          <a:ext cx="0" cy="0"/>
          <a:chOff x="0" y="0"/>
          <a:chExt cx="0" cy="0"/>
        </a:xfrm>
      </p:grpSpPr>
      <p:sp>
        <p:nvSpPr>
          <p:cNvPr id="6" name="Slide Number Placeholder 5"/>
          <p:cNvSpPr>
            <a:spLocks noGrp="1"/>
          </p:cNvSpPr>
          <p:nvPr>
            <p:ph type="sldNum" sz="quarter" idx="16"/>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9"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GB" noProof="0"/>
              <a:t>Click to edit Master text styles</a:t>
            </a:r>
          </a:p>
        </p:txBody>
      </p:sp>
      <p:sp>
        <p:nvSpPr>
          <p:cNvPr id="3" name="Picture Placeholder 2"/>
          <p:cNvSpPr>
            <a:spLocks noGrp="1"/>
          </p:cNvSpPr>
          <p:nvPr>
            <p:ph type="pic" sz="quarter" idx="18"/>
          </p:nvPr>
        </p:nvSpPr>
        <p:spPr>
          <a:xfrm>
            <a:off x="335360" y="1305600"/>
            <a:ext cx="11520000" cy="5088000"/>
          </a:xfrm>
        </p:spPr>
        <p:txBody>
          <a:bodyPr/>
          <a:lstStyle>
            <a:lvl1pPr>
              <a:defRPr/>
            </a:lvl1pPr>
          </a:lstStyle>
          <a:p>
            <a:r>
              <a:rPr lang="en-GB"/>
              <a:t>Click icon to add picture</a:t>
            </a:r>
            <a:endParaRPr lang="en-AU" dirty="0"/>
          </a:p>
        </p:txBody>
      </p:sp>
      <p:sp>
        <p:nvSpPr>
          <p:cNvPr id="10"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3931656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11" name="Media Placeholder 10"/>
          <p:cNvSpPr>
            <a:spLocks noGrp="1"/>
          </p:cNvSpPr>
          <p:nvPr>
            <p:ph type="media" sz="quarter" idx="13"/>
          </p:nvPr>
        </p:nvSpPr>
        <p:spPr>
          <a:xfrm>
            <a:off x="336551" y="1305600"/>
            <a:ext cx="11520000" cy="5088000"/>
          </a:xfrm>
        </p:spPr>
        <p:txBody>
          <a:bodyPr/>
          <a:lstStyle>
            <a:lvl1pPr>
              <a:defRPr>
                <a:solidFill>
                  <a:schemeClr val="bg1"/>
                </a:solidFill>
                <a:latin typeface="+mn-lt"/>
              </a:defRPr>
            </a:lvl1pPr>
          </a:lstStyle>
          <a:p>
            <a:r>
              <a:rPr lang="en-GB" noProof="0"/>
              <a:t>Click icon to add media</a:t>
            </a:r>
            <a:endParaRPr lang="en-AU" noProof="0" dirty="0"/>
          </a:p>
        </p:txBody>
      </p:sp>
      <p:sp>
        <p:nvSpPr>
          <p:cNvPr id="8"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GB" noProof="0"/>
              <a:t>Click to edit Master text styles</a:t>
            </a:r>
          </a:p>
        </p:txBody>
      </p:sp>
      <p:sp>
        <p:nvSpPr>
          <p:cNvPr id="6" name="Slide Number Placeholder 5"/>
          <p:cNvSpPr>
            <a:spLocks noGrp="1"/>
          </p:cNvSpPr>
          <p:nvPr>
            <p:ph type="sldNum" sz="quarter" idx="11"/>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9"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1"/>
                </a:solidFill>
                <a:latin typeface="+mj-lt"/>
              </a:defRPr>
            </a:lvl1pPr>
            <a:lvl2pPr marL="0" indent="0">
              <a:lnSpc>
                <a:spcPct val="85000"/>
              </a:lnSpc>
              <a:buNone/>
              <a:defRPr sz="1600" cap="none" baseline="0"/>
            </a:lvl2pPr>
          </a:lstStyle>
          <a:p>
            <a:pPr lvl="0"/>
            <a:r>
              <a:rPr lang="en-GB"/>
              <a:t>Click to edit Master text styles</a:t>
            </a:r>
          </a:p>
        </p:txBody>
      </p:sp>
    </p:spTree>
    <p:extLst>
      <p:ext uri="{BB962C8B-B14F-4D97-AF65-F5344CB8AC3E}">
        <p14:creationId xmlns:p14="http://schemas.microsoft.com/office/powerpoint/2010/main" val="3393844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6"/>
          </p:nvPr>
        </p:nvSpPr>
        <p:spPr>
          <a:xfrm>
            <a:off x="10432845" y="6512997"/>
            <a:ext cx="1422515" cy="216000"/>
          </a:xfrm>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Tree>
    <p:extLst>
      <p:ext uri="{BB962C8B-B14F-4D97-AF65-F5344CB8AC3E}">
        <p14:creationId xmlns:p14="http://schemas.microsoft.com/office/powerpoint/2010/main" val="318012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tandb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6000" y="5385245"/>
            <a:ext cx="11520000" cy="252000"/>
          </a:xfrm>
        </p:spPr>
        <p:txBody>
          <a:bodyPr/>
          <a:lstStyle>
            <a:lvl1pPr algn="ctr">
              <a:defRPr sz="1200" b="1" baseline="0">
                <a:solidFill>
                  <a:schemeClr val="tx1"/>
                </a:solidFill>
              </a:defRPr>
            </a:lvl1pPr>
          </a:lstStyle>
          <a:p>
            <a:r>
              <a:rPr lang="en-AU" noProof="0" dirty="0"/>
              <a:t>CLICK TO ADD TEXT HERE</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b="12566"/>
          <a:stretch/>
        </p:blipFill>
        <p:spPr>
          <a:xfrm>
            <a:off x="4599496" y="1018867"/>
            <a:ext cx="2993008" cy="3774328"/>
          </a:xfrm>
          <a:prstGeom prst="rect">
            <a:avLst/>
          </a:prstGeom>
        </p:spPr>
      </p:pic>
    </p:spTree>
    <p:extLst>
      <p:ext uri="{BB962C8B-B14F-4D97-AF65-F5344CB8AC3E}">
        <p14:creationId xmlns:p14="http://schemas.microsoft.com/office/powerpoint/2010/main" val="3869184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ajor Poin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7589" y="5094313"/>
            <a:ext cx="11386361" cy="854968"/>
          </a:xfrm>
        </p:spPr>
        <p:txBody>
          <a:bodyPr>
            <a:noAutofit/>
          </a:bodyPr>
          <a:lstStyle>
            <a:lvl1pPr>
              <a:defRPr sz="3700"/>
            </a:lvl1pPr>
          </a:lstStyle>
          <a:p>
            <a:r>
              <a:rPr lang="en-US" dirty="0"/>
              <a:t>Click to edit Caption</a:t>
            </a:r>
            <a:endParaRPr lang="en-AU" dirty="0"/>
          </a:p>
        </p:txBody>
      </p:sp>
      <p:sp>
        <p:nvSpPr>
          <p:cNvPr id="6" name="Content Placeholder 2"/>
          <p:cNvSpPr>
            <a:spLocks noGrp="1"/>
          </p:cNvSpPr>
          <p:nvPr>
            <p:ph idx="1" hasCustomPrompt="1"/>
          </p:nvPr>
        </p:nvSpPr>
        <p:spPr>
          <a:xfrm>
            <a:off x="0" y="1"/>
            <a:ext cx="12192000" cy="4758909"/>
          </a:xfrm>
          <a:prstGeom prst="rect">
            <a:avLst/>
          </a:prstGeom>
        </p:spPr>
        <p:txBody>
          <a:bodyPr/>
          <a:lstStyle>
            <a:lvl1pPr>
              <a:defRPr baseline="0"/>
            </a:lvl1pPr>
          </a:lstStyle>
          <a:p>
            <a:pPr lvl="0"/>
            <a:r>
              <a:rPr lang="en-US" dirty="0"/>
              <a:t>INSERT LARGE IMAGE WITH CAPTION – fill the whole space</a:t>
            </a:r>
          </a:p>
        </p:txBody>
      </p:sp>
    </p:spTree>
    <p:extLst>
      <p:ext uri="{BB962C8B-B14F-4D97-AF65-F5344CB8AC3E}">
        <p14:creationId xmlns:p14="http://schemas.microsoft.com/office/powerpoint/2010/main" val="818876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5050"/>
                </a:solidFill>
              </a:defRPr>
            </a:lvl1pPr>
          </a:lstStyle>
          <a:p>
            <a:r>
              <a:rPr lang="en-GB"/>
              <a:t>Click to edit Master title style</a:t>
            </a:r>
            <a:endParaRPr lang="en-AU" dirty="0"/>
          </a:p>
        </p:txBody>
      </p:sp>
      <p:sp>
        <p:nvSpPr>
          <p:cNvPr id="3" name="Content Placeholder 2"/>
          <p:cNvSpPr>
            <a:spLocks noGrp="1"/>
          </p:cNvSpPr>
          <p:nvPr>
            <p:ph idx="1"/>
          </p:nvPr>
        </p:nvSpPr>
        <p:spPr/>
        <p:txBody>
          <a:bodyPr/>
          <a:lstStyle>
            <a:lvl1pPr>
              <a:defRPr>
                <a:solidFill>
                  <a:srgbClr val="969696"/>
                </a:solidFill>
              </a:defRPr>
            </a:lvl1pPr>
            <a:lvl2pPr>
              <a:defRPr>
                <a:solidFill>
                  <a:srgbClr val="969696"/>
                </a:solidFill>
              </a:defRPr>
            </a:lvl2pPr>
            <a:lvl3pPr>
              <a:defRPr>
                <a:solidFill>
                  <a:srgbClr val="969696"/>
                </a:solidFill>
              </a:defRPr>
            </a:lvl3pPr>
            <a:lvl4pPr>
              <a:defRPr>
                <a:solidFill>
                  <a:srgbClr val="969696"/>
                </a:solidFill>
              </a:defRPr>
            </a:lvl4pPr>
            <a:lvl5pPr>
              <a:defRPr>
                <a:solidFill>
                  <a:srgbClr val="969696"/>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5" name="Slide Number Placeholder 4"/>
          <p:cNvSpPr>
            <a:spLocks noGrp="1"/>
          </p:cNvSpPr>
          <p:nvPr>
            <p:ph type="sldNum" sz="quarter" idx="11"/>
          </p:nvPr>
        </p:nvSpPr>
        <p:spPr/>
        <p:txBody>
          <a:bodyPr/>
          <a:lstStyle>
            <a:lvl1pPr>
              <a:defRPr smtClean="0">
                <a:solidFill>
                  <a:srgbClr val="969696"/>
                </a:solidFill>
              </a:defRPr>
            </a:lvl1pPr>
          </a:lstStyle>
          <a:p>
            <a:pPr>
              <a:defRPr/>
            </a:pPr>
            <a:fld id="{357A4ACC-D539-4EF9-A7CD-CDD4C63A7648}" type="slidenum">
              <a:rPr lang="en-AU"/>
              <a:pPr>
                <a:defRPr/>
              </a:pPr>
              <a:t>‹#›</a:t>
            </a:fld>
            <a:endParaRPr lang="en-AU"/>
          </a:p>
        </p:txBody>
      </p:sp>
    </p:spTree>
    <p:extLst>
      <p:ext uri="{BB962C8B-B14F-4D97-AF65-F5344CB8AC3E}">
        <p14:creationId xmlns:p14="http://schemas.microsoft.com/office/powerpoint/2010/main" val="12495109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900397" y="2708919"/>
            <a:ext cx="7957172" cy="624000"/>
          </a:xfrm>
        </p:spPr>
        <p:txBody>
          <a:bodyPr anchor="t"/>
          <a:lstStyle>
            <a:lvl1pPr>
              <a:lnSpc>
                <a:spcPct val="90000"/>
              </a:lnSpc>
              <a:defRPr sz="4000" b="1" cap="none" baseline="0">
                <a:solidFill>
                  <a:schemeClr val="tx1"/>
                </a:solidFill>
                <a:latin typeface="+mj-lt"/>
              </a:defRPr>
            </a:lvl1pPr>
          </a:lstStyle>
          <a:p>
            <a:r>
              <a:rPr lang="en-AU" noProof="0" dirty="0"/>
              <a:t>Click to add title</a:t>
            </a:r>
          </a:p>
        </p:txBody>
      </p:sp>
      <p:sp>
        <p:nvSpPr>
          <p:cNvPr id="3" name="Subtitle 2"/>
          <p:cNvSpPr>
            <a:spLocks noGrp="1"/>
          </p:cNvSpPr>
          <p:nvPr>
            <p:ph type="subTitle" idx="1"/>
          </p:nvPr>
        </p:nvSpPr>
        <p:spPr>
          <a:xfrm>
            <a:off x="3900397" y="3510687"/>
            <a:ext cx="7957172" cy="231404"/>
          </a:xfrm>
        </p:spPr>
        <p:txBody>
          <a:bodyPr/>
          <a:lstStyle>
            <a:lvl1pPr marL="0" indent="0" algn="l">
              <a:spcAft>
                <a:spcPts val="0"/>
              </a:spcAft>
              <a:buNone/>
              <a:defRPr>
                <a:solidFill>
                  <a:schemeClr val="tx1"/>
                </a:solidFill>
                <a:latin typeface="+mj-lt"/>
              </a:defRPr>
            </a:lvl1pPr>
            <a:lvl2pPr marL="0" indent="0" algn="l">
              <a:spcAft>
                <a:spcPts val="0"/>
              </a:spcAft>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AU" noProof="0" dirty="0"/>
          </a:p>
        </p:txBody>
      </p:sp>
      <p:sp>
        <p:nvSpPr>
          <p:cNvPr id="5" name="Date Placeholder 4"/>
          <p:cNvSpPr>
            <a:spLocks noGrp="1"/>
          </p:cNvSpPr>
          <p:nvPr>
            <p:ph type="dt" sz="half" idx="10"/>
          </p:nvPr>
        </p:nvSpPr>
        <p:spPr>
          <a:xfrm>
            <a:off x="3900397" y="3796301"/>
            <a:ext cx="7957172" cy="367064"/>
          </a:xfrm>
          <a:prstGeom prst="rect">
            <a:avLst/>
          </a:prstGeom>
        </p:spPr>
        <p:txBody>
          <a:bodyPr lIns="0" tIns="0" rIns="0" bIns="0"/>
          <a:lstStyle>
            <a:lvl1pPr algn="l">
              <a:lnSpc>
                <a:spcPct val="100000"/>
              </a:lnSpc>
              <a:defRPr lang="en-AU" sz="1200" b="1" kern="1200" cap="all" baseline="0" dirty="0">
                <a:solidFill>
                  <a:schemeClr val="accent1"/>
                </a:solidFill>
                <a:latin typeface="+mj-lt"/>
                <a:ea typeface="+mn-ea"/>
                <a:cs typeface="Gotham Medium" pitchFamily="50" charset="0"/>
              </a:defRPr>
            </a:lvl1pPr>
          </a:lstStyle>
          <a:p>
            <a:pPr fontAlgn="auto">
              <a:spcBef>
                <a:spcPts val="0"/>
              </a:spcBef>
              <a:spcAft>
                <a:spcPts val="0"/>
              </a:spcAft>
            </a:pPr>
            <a:endParaRPr lang="en-AU">
              <a:solidFill>
                <a:srgbClr val="C4A54B"/>
              </a:solidFill>
            </a:endParaRP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2428"/>
          <a:stretch/>
        </p:blipFill>
        <p:spPr>
          <a:xfrm>
            <a:off x="370395" y="1451346"/>
            <a:ext cx="3131600" cy="3955308"/>
          </a:xfrm>
          <a:prstGeom prst="rect">
            <a:avLst/>
          </a:prstGeom>
        </p:spPr>
      </p:pic>
    </p:spTree>
    <p:extLst>
      <p:ext uri="{BB962C8B-B14F-4D97-AF65-F5344CB8AC3E}">
        <p14:creationId xmlns:p14="http://schemas.microsoft.com/office/powerpoint/2010/main" val="1332361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36003" y="2962800"/>
            <a:ext cx="11521567" cy="1193445"/>
          </a:xfrm>
        </p:spPr>
        <p:txBody>
          <a:bodyPr anchor="t"/>
          <a:lstStyle>
            <a:lvl1pPr algn="l">
              <a:lnSpc>
                <a:spcPct val="80000"/>
              </a:lnSpc>
              <a:defRPr sz="4000" b="0" cap="all" baseline="0">
                <a:latin typeface="+mj-lt"/>
                <a:cs typeface="Gotham Medium" pitchFamily="50" charset="0"/>
              </a:defRPr>
            </a:lvl1pPr>
          </a:lstStyle>
          <a:p>
            <a:r>
              <a:rPr lang="en-US" noProof="0"/>
              <a:t>Click to edit Master title style</a:t>
            </a:r>
            <a:endParaRPr lang="en-AU" noProof="0" dirty="0"/>
          </a:p>
        </p:txBody>
      </p:sp>
      <p:sp>
        <p:nvSpPr>
          <p:cNvPr id="3" name="Text Placeholder 2"/>
          <p:cNvSpPr>
            <a:spLocks noGrp="1"/>
          </p:cNvSpPr>
          <p:nvPr>
            <p:ph type="body" idx="1"/>
          </p:nvPr>
        </p:nvSpPr>
        <p:spPr>
          <a:xfrm>
            <a:off x="336003" y="2554091"/>
            <a:ext cx="11521567" cy="314020"/>
          </a:xfrm>
        </p:spPr>
        <p:txBody>
          <a:bodyPr anchor="t"/>
          <a:lstStyle>
            <a:lvl1pPr marL="0" indent="0">
              <a:lnSpc>
                <a:spcPct val="90000"/>
              </a:lnSpc>
              <a:spcAft>
                <a:spcPts val="0"/>
              </a:spcAft>
              <a:buNone/>
              <a:defRPr sz="1800" b="0" cap="all" baseline="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5" name="Slide Number Placeholder 4"/>
          <p:cNvSpPr>
            <a:spLocks noGrp="1"/>
          </p:cNvSpPr>
          <p:nvPr>
            <p:ph type="sldNum" sz="quarter" idx="11"/>
          </p:nvPr>
        </p:nvSpPr>
        <p:spPr>
          <a:xfrm>
            <a:off x="10434125" y="6512997"/>
            <a:ext cx="1422515" cy="216000"/>
          </a:xfrm>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Tree>
    <p:extLst>
      <p:ext uri="{BB962C8B-B14F-4D97-AF65-F5344CB8AC3E}">
        <p14:creationId xmlns:p14="http://schemas.microsoft.com/office/powerpoint/2010/main" val="4165032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
        <p:nvSpPr>
          <p:cNvPr id="6" name="Slide Number Placeholder 5"/>
          <p:cNvSpPr>
            <a:spLocks noGrp="1"/>
          </p:cNvSpPr>
          <p:nvPr>
            <p:ph type="sldNum" sz="quarter" idx="16"/>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8" name="Content Placeholder 2"/>
          <p:cNvSpPr>
            <a:spLocks noGrp="1"/>
          </p:cNvSpPr>
          <p:nvPr>
            <p:ph idx="1" hasCustomPrompt="1"/>
          </p:nvPr>
        </p:nvSpPr>
        <p:spPr>
          <a:xfrm>
            <a:off x="336000" y="1305600"/>
            <a:ext cx="11520000"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2" name="Title 1"/>
          <p:cNvSpPr>
            <a:spLocks noGrp="1"/>
          </p:cNvSpPr>
          <p:nvPr>
            <p:ph type="title" hasCustomPrompt="1"/>
          </p:nvPr>
        </p:nvSpPr>
        <p:spPr/>
        <p:txBody>
          <a:bodyPr/>
          <a:lstStyle>
            <a:lvl1pPr>
              <a:defRPr/>
            </a:lvl1pPr>
          </a:lstStyle>
          <a:p>
            <a:r>
              <a:rPr lang="en-US" dirty="0"/>
              <a:t>Click to add title</a:t>
            </a:r>
            <a:endParaRPr lang="en-AU" dirty="0"/>
          </a:p>
        </p:txBody>
      </p:sp>
    </p:spTree>
    <p:extLst>
      <p:ext uri="{BB962C8B-B14F-4D97-AF65-F5344CB8AC3E}">
        <p14:creationId xmlns:p14="http://schemas.microsoft.com/office/powerpoint/2010/main" val="1072488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35999"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4" name="Content Placeholder 3"/>
          <p:cNvSpPr>
            <a:spLocks noGrp="1"/>
          </p:cNvSpPr>
          <p:nvPr>
            <p:ph sz="half" idx="2" hasCustomPrompt="1"/>
          </p:nvPr>
        </p:nvSpPr>
        <p:spPr>
          <a:xfrm>
            <a:off x="6144000"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5" name="Title 4"/>
          <p:cNvSpPr>
            <a:spLocks noGrp="1"/>
          </p:cNvSpPr>
          <p:nvPr>
            <p:ph type="title"/>
          </p:nvPr>
        </p:nvSpPr>
        <p:spPr/>
        <p:txBody>
          <a:bodyPr/>
          <a:lstStyle/>
          <a:p>
            <a:r>
              <a:rPr lang="en-US"/>
              <a:t>Click to edit Master title style</a:t>
            </a:r>
            <a:endParaRPr lang="en-AU" dirty="0"/>
          </a:p>
        </p:txBody>
      </p:sp>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36396377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35999" y="1305600"/>
            <a:ext cx="11520000" cy="2880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5" name="Title 4"/>
          <p:cNvSpPr>
            <a:spLocks noGrp="1"/>
          </p:cNvSpPr>
          <p:nvPr>
            <p:ph type="title"/>
          </p:nvPr>
        </p:nvSpPr>
        <p:spPr/>
        <p:txBody>
          <a:bodyPr/>
          <a:lstStyle/>
          <a:p>
            <a:r>
              <a:rPr lang="en-US"/>
              <a:t>Click to edit Master title style</a:t>
            </a:r>
            <a:endParaRPr lang="en-AU" dirty="0"/>
          </a:p>
        </p:txBody>
      </p:sp>
      <p:sp>
        <p:nvSpPr>
          <p:cNvPr id="7" name="Content Placeholder 2"/>
          <p:cNvSpPr>
            <a:spLocks noGrp="1"/>
          </p:cNvSpPr>
          <p:nvPr>
            <p:ph sz="half" idx="15" hasCustomPrompt="1"/>
          </p:nvPr>
        </p:nvSpPr>
        <p:spPr>
          <a:xfrm>
            <a:off x="335999" y="3861048"/>
            <a:ext cx="5712000" cy="2249488"/>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9" name="Content Placeholder 3"/>
          <p:cNvSpPr>
            <a:spLocks noGrp="1"/>
          </p:cNvSpPr>
          <p:nvPr>
            <p:ph sz="half" idx="16" hasCustomPrompt="1"/>
          </p:nvPr>
        </p:nvSpPr>
        <p:spPr>
          <a:xfrm>
            <a:off x="6144000" y="3861048"/>
            <a:ext cx="5712000" cy="2249488"/>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0"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24904249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dirty="0"/>
          </a:p>
        </p:txBody>
      </p:sp>
      <p:sp>
        <p:nvSpPr>
          <p:cNvPr id="4" name="Content Placeholder 3"/>
          <p:cNvSpPr>
            <a:spLocks noGrp="1"/>
          </p:cNvSpPr>
          <p:nvPr>
            <p:ph sz="half" idx="2" hasCustomPrompt="1"/>
          </p:nvPr>
        </p:nvSpPr>
        <p:spPr>
          <a:xfrm>
            <a:off x="336000" y="1964640"/>
            <a:ext cx="5712000" cy="4433715"/>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level.7</a:t>
            </a:r>
          </a:p>
        </p:txBody>
      </p:sp>
      <p:sp>
        <p:nvSpPr>
          <p:cNvPr id="6" name="Content Placeholder 5"/>
          <p:cNvSpPr>
            <a:spLocks noGrp="1"/>
          </p:cNvSpPr>
          <p:nvPr>
            <p:ph sz="quarter" idx="4" hasCustomPrompt="1"/>
          </p:nvPr>
        </p:nvSpPr>
        <p:spPr>
          <a:xfrm>
            <a:off x="6144000" y="1969330"/>
            <a:ext cx="5712000" cy="4429355"/>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8" name="Slide Number Placeholder 7"/>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10" name="Content Placeholder 3"/>
          <p:cNvSpPr>
            <a:spLocks noGrp="1"/>
          </p:cNvSpPr>
          <p:nvPr>
            <p:ph sz="half" idx="15" hasCustomPrompt="1"/>
          </p:nvPr>
        </p:nvSpPr>
        <p:spPr>
          <a:xfrm>
            <a:off x="335360" y="1305600"/>
            <a:ext cx="5712000" cy="576064"/>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CLICK TO ADD TEXT</a:t>
            </a:r>
          </a:p>
        </p:txBody>
      </p:sp>
      <p:sp>
        <p:nvSpPr>
          <p:cNvPr id="13" name="Content Placeholder 3"/>
          <p:cNvSpPr>
            <a:spLocks noGrp="1"/>
          </p:cNvSpPr>
          <p:nvPr>
            <p:ph sz="half" idx="16" hasCustomPrompt="1"/>
          </p:nvPr>
        </p:nvSpPr>
        <p:spPr>
          <a:xfrm>
            <a:off x="6144640" y="1305600"/>
            <a:ext cx="5712000" cy="576064"/>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smtClean="0"/>
            </a:lvl5pPr>
            <a:lvl6pPr>
              <a:defRPr lang="en-AU" noProof="0" dirty="0" smtClean="0"/>
            </a:lvl6pPr>
            <a:lvl7pPr>
              <a:defRPr lang="en-AU" noProof="0" dirty="0" smtClean="0"/>
            </a:lvl7pPr>
            <a:lvl8pPr>
              <a:defRPr lang="en-AU" noProof="0" dirty="0" smtClean="0"/>
            </a:lvl8pPr>
            <a:lvl9pPr>
              <a:defRPr lang="en-AU" noProof="0" dirty="0" smtClean="0"/>
            </a:lvl9pPr>
          </a:lstStyle>
          <a:p>
            <a:pPr lvl="0"/>
            <a:r>
              <a:rPr lang="en-AU" noProof="0" dirty="0"/>
              <a:t>CLICK TO ADD TEXT</a:t>
            </a:r>
          </a:p>
        </p:txBody>
      </p:sp>
      <p:sp>
        <p:nvSpPr>
          <p:cNvPr id="11"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3329587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AU" noProof="0" dirty="0"/>
          </a:p>
        </p:txBody>
      </p:sp>
      <p:sp>
        <p:nvSpPr>
          <p:cNvPr id="4" name="Slide Number Placeholder 3"/>
          <p:cNvSpPr>
            <a:spLocks noGrp="1"/>
          </p:cNvSpPr>
          <p:nvPr>
            <p:ph type="sldNum" sz="quarter" idx="11"/>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7"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361022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quote">
    <p:spTree>
      <p:nvGrpSpPr>
        <p:cNvPr id="1" name=""/>
        <p:cNvGrpSpPr/>
        <p:nvPr/>
      </p:nvGrpSpPr>
      <p:grpSpPr>
        <a:xfrm>
          <a:off x="0" y="0"/>
          <a:ext cx="0" cy="0"/>
          <a:chOff x="0" y="0"/>
          <a:chExt cx="0" cy="0"/>
        </a:xfrm>
      </p:grpSpPr>
      <p:sp>
        <p:nvSpPr>
          <p:cNvPr id="8" name="Rectangle 7"/>
          <p:cNvSpPr/>
          <p:nvPr userDrawn="1"/>
        </p:nvSpPr>
        <p:spPr>
          <a:xfrm>
            <a:off x="7535333" y="0"/>
            <a:ext cx="4656667"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Placeholder 10"/>
          <p:cNvSpPr>
            <a:spLocks noGrp="1"/>
          </p:cNvSpPr>
          <p:nvPr>
            <p:ph type="body" sz="quarter" idx="15" hasCustomPrompt="1"/>
          </p:nvPr>
        </p:nvSpPr>
        <p:spPr>
          <a:xfrm>
            <a:off x="7824192" y="1305600"/>
            <a:ext cx="4032000" cy="5088000"/>
          </a:xfrm>
        </p:spPr>
        <p:txBody>
          <a:bodyPr/>
          <a:lstStyle>
            <a:lvl1pPr>
              <a:lnSpc>
                <a:spcPct val="100000"/>
              </a:lnSpc>
              <a:spcAft>
                <a:spcPts val="600"/>
              </a:spcAft>
              <a:defRPr sz="1200" cap="all" baseline="0">
                <a:solidFill>
                  <a:schemeClr val="tx1"/>
                </a:solidFill>
                <a:latin typeface="+mj-lt"/>
              </a:defRPr>
            </a:lvl1pPr>
          </a:lstStyle>
          <a:p>
            <a:pPr lvl="0"/>
            <a:r>
              <a:rPr lang="en-AU" noProof="0" dirty="0"/>
              <a:t>Click to add quote text</a:t>
            </a:r>
          </a:p>
        </p:txBody>
      </p:sp>
      <p:sp>
        <p:nvSpPr>
          <p:cNvPr id="15" name="Slide Number Placeholder 14"/>
          <p:cNvSpPr>
            <a:spLocks noGrp="1"/>
          </p:cNvSpPr>
          <p:nvPr>
            <p:ph type="sldNum" sz="quarter" idx="12"/>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2" name="Title 1"/>
          <p:cNvSpPr>
            <a:spLocks noGrp="1"/>
          </p:cNvSpPr>
          <p:nvPr>
            <p:ph type="title"/>
          </p:nvPr>
        </p:nvSpPr>
        <p:spPr>
          <a:xfrm>
            <a:off x="336000" y="215999"/>
            <a:ext cx="6840120" cy="288000"/>
          </a:xfrm>
        </p:spPr>
        <p:txBody>
          <a:bodyPr/>
          <a:lstStyle/>
          <a:p>
            <a:r>
              <a:rPr lang="en-US"/>
              <a:t>Click to edit Master title style</a:t>
            </a:r>
            <a:endParaRPr lang="en-AU" dirty="0"/>
          </a:p>
        </p:txBody>
      </p:sp>
      <p:sp>
        <p:nvSpPr>
          <p:cNvPr id="6" name="Picture Placeholder 5"/>
          <p:cNvSpPr>
            <a:spLocks noGrp="1"/>
          </p:cNvSpPr>
          <p:nvPr>
            <p:ph type="pic" sz="quarter" idx="16"/>
          </p:nvPr>
        </p:nvSpPr>
        <p:spPr>
          <a:xfrm>
            <a:off x="7824192" y="4149726"/>
            <a:ext cx="1016000" cy="854075"/>
          </a:xfrm>
        </p:spPr>
        <p:txBody>
          <a:bodyPr/>
          <a:lstStyle/>
          <a:p>
            <a:r>
              <a:rPr lang="en-US"/>
              <a:t>Click icon to add picture</a:t>
            </a:r>
            <a:endParaRPr lang="en-AU" dirty="0"/>
          </a:p>
        </p:txBody>
      </p:sp>
      <p:sp>
        <p:nvSpPr>
          <p:cNvPr id="11" name="Text Placeholder 10"/>
          <p:cNvSpPr>
            <a:spLocks noGrp="1"/>
          </p:cNvSpPr>
          <p:nvPr>
            <p:ph type="body" sz="quarter" idx="17" hasCustomPrompt="1"/>
          </p:nvPr>
        </p:nvSpPr>
        <p:spPr>
          <a:xfrm>
            <a:off x="8976322" y="4351401"/>
            <a:ext cx="2881247" cy="652400"/>
          </a:xfrm>
        </p:spPr>
        <p:txBody>
          <a:bodyPr/>
          <a:lstStyle>
            <a:lvl1pPr>
              <a:lnSpc>
                <a:spcPct val="85000"/>
              </a:lnSpc>
              <a:spcAft>
                <a:spcPts val="0"/>
              </a:spcAft>
              <a:defRPr sz="1200">
                <a:solidFill>
                  <a:schemeClr val="tx1"/>
                </a:solidFill>
                <a:latin typeface="+mn-lt"/>
              </a:defRPr>
            </a:lvl1pPr>
            <a:lvl2pPr>
              <a:spcAft>
                <a:spcPts val="0"/>
              </a:spcAft>
              <a:defRPr sz="800">
                <a:solidFill>
                  <a:schemeClr val="tx1"/>
                </a:solidFill>
              </a:defRPr>
            </a:lvl2pPr>
            <a:lvl3pPr marL="0" indent="0">
              <a:spcAft>
                <a:spcPts val="0"/>
              </a:spcAft>
              <a:buNone/>
              <a:defRPr sz="700" cap="none" baseline="0">
                <a:solidFill>
                  <a:schemeClr val="tx1"/>
                </a:solidFill>
              </a:defRPr>
            </a:lvl3pPr>
            <a:lvl4pPr>
              <a:defRPr sz="700">
                <a:solidFill>
                  <a:schemeClr val="bg1"/>
                </a:solidFill>
              </a:defRPr>
            </a:lvl4pPr>
            <a:lvl5pPr>
              <a:defRPr sz="700">
                <a:solidFill>
                  <a:schemeClr val="bg1"/>
                </a:solidFill>
              </a:defRPr>
            </a:lvl5pPr>
          </a:lstStyle>
          <a:p>
            <a:pPr lvl="0"/>
            <a:r>
              <a:rPr lang="en-AU" noProof="0" dirty="0"/>
              <a:t>Click to edit styles</a:t>
            </a:r>
          </a:p>
          <a:p>
            <a:pPr lvl="1"/>
            <a:r>
              <a:rPr lang="en-AU" noProof="0" dirty="0"/>
              <a:t>Second level</a:t>
            </a:r>
          </a:p>
          <a:p>
            <a:pPr lvl="2"/>
            <a:r>
              <a:rPr lang="en-AU" noProof="0" dirty="0"/>
              <a:t>Third level</a:t>
            </a:r>
          </a:p>
        </p:txBody>
      </p:sp>
      <p:sp>
        <p:nvSpPr>
          <p:cNvPr id="10" name="Content Placeholder 2"/>
          <p:cNvSpPr>
            <a:spLocks noGrp="1"/>
          </p:cNvSpPr>
          <p:nvPr>
            <p:ph idx="1" hasCustomPrompt="1"/>
          </p:nvPr>
        </p:nvSpPr>
        <p:spPr>
          <a:xfrm>
            <a:off x="336000" y="1305600"/>
            <a:ext cx="7104149"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4" name="Text Placeholder 4"/>
          <p:cNvSpPr>
            <a:spLocks noGrp="1"/>
          </p:cNvSpPr>
          <p:nvPr>
            <p:ph type="body" sz="quarter" idx="14"/>
          </p:nvPr>
        </p:nvSpPr>
        <p:spPr>
          <a:xfrm>
            <a:off x="336000" y="539391"/>
            <a:ext cx="684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42005927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and Content_1">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44000" y="1305600"/>
            <a:ext cx="5712000" cy="5088000"/>
          </a:xfrm>
        </p:spPr>
        <p:txBody>
          <a:bodyPr vert="horz" lIns="0" tIns="0" rIns="0" bIns="0" rtlCol="0">
            <a:noAutofit/>
          </a:bodyPr>
          <a:lstStyle>
            <a:lvl1pPr>
              <a:defRPr lang="en-AU" noProof="0" dirty="0" smtClean="0"/>
            </a:lvl1pPr>
            <a:lvl2pPr>
              <a:defRPr lang="en-AU" noProof="0" dirty="0" smtClean="0"/>
            </a:lvl2pPr>
            <a:lvl3pPr>
              <a:defRPr lang="en-AU" noProof="0" dirty="0" smtClean="0"/>
            </a:lvl3pPr>
            <a:lvl4pPr>
              <a:defRPr lang="en-AU" noProof="0" dirty="0" smtClean="0"/>
            </a:lvl4pPr>
            <a:lvl5pPr>
              <a:defRPr lang="en-AU" noProof="0" dirty="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
        <p:nvSpPr>
          <p:cNvPr id="9" name="Picture Placeholder 8"/>
          <p:cNvSpPr>
            <a:spLocks noGrp="1"/>
          </p:cNvSpPr>
          <p:nvPr>
            <p:ph type="pic" sz="quarter" idx="13"/>
          </p:nvPr>
        </p:nvSpPr>
        <p:spPr>
          <a:xfrm>
            <a:off x="335999" y="1305600"/>
            <a:ext cx="5712000" cy="5088000"/>
          </a:xfrm>
        </p:spPr>
        <p:txBody>
          <a:bodyPr/>
          <a:lstStyle/>
          <a:p>
            <a:r>
              <a:rPr lang="en-US" noProof="0"/>
              <a:t>Click icon to add picture</a:t>
            </a:r>
            <a:endParaRPr lang="en-AU" noProof="0" dirty="0"/>
          </a:p>
        </p:txBody>
      </p:sp>
      <p:sp>
        <p:nvSpPr>
          <p:cNvPr id="10" name="Title 9"/>
          <p:cNvSpPr>
            <a:spLocks noGrp="1"/>
          </p:cNvSpPr>
          <p:nvPr>
            <p:ph type="title"/>
          </p:nvPr>
        </p:nvSpPr>
        <p:spPr/>
        <p:txBody>
          <a:bodyPr/>
          <a:lstStyle/>
          <a:p>
            <a:r>
              <a:rPr lang="en-US"/>
              <a:t>Click to edit Master title style</a:t>
            </a:r>
            <a:endParaRPr lang="en-AU" dirty="0"/>
          </a:p>
        </p:txBody>
      </p:sp>
      <p:sp>
        <p:nvSpPr>
          <p:cNvPr id="4" name="Slide Number Placeholder 3"/>
          <p:cNvSpPr>
            <a:spLocks noGrp="1"/>
          </p:cNvSpPr>
          <p:nvPr>
            <p:ph type="sldNum" sz="quarter" idx="15"/>
          </p:nvPr>
        </p:nvSpPr>
        <p:spPr/>
        <p:txBody>
          <a:body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8"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42821290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and Content_2">
    <p:spTree>
      <p:nvGrpSpPr>
        <p:cNvPr id="1" name=""/>
        <p:cNvGrpSpPr/>
        <p:nvPr/>
      </p:nvGrpSpPr>
      <p:grpSpPr>
        <a:xfrm>
          <a:off x="0" y="0"/>
          <a:ext cx="0" cy="0"/>
          <a:chOff x="0" y="0"/>
          <a:chExt cx="0" cy="0"/>
        </a:xfrm>
      </p:grpSpPr>
      <p:sp>
        <p:nvSpPr>
          <p:cNvPr id="8" name="Rectangle 7"/>
          <p:cNvSpPr/>
          <p:nvPr userDrawn="1"/>
        </p:nvSpPr>
        <p:spPr>
          <a:xfrm>
            <a:off x="7536160" y="0"/>
            <a:ext cx="4655840"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Content Placeholder 2"/>
          <p:cNvSpPr>
            <a:spLocks noGrp="1"/>
          </p:cNvSpPr>
          <p:nvPr>
            <p:ph idx="1" hasCustomPrompt="1"/>
          </p:nvPr>
        </p:nvSpPr>
        <p:spPr>
          <a:xfrm>
            <a:off x="336000" y="1305600"/>
            <a:ext cx="7104149" cy="5088000"/>
          </a:xfrm>
        </p:spPr>
        <p:txBody>
          <a:bodyPr/>
          <a:lstStyle>
            <a:lvl5pPr>
              <a:defRPr baseline="0"/>
            </a:lvl5p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15" name="Slide Number Placeholder 14"/>
          <p:cNvSpPr>
            <a:spLocks noGrp="1"/>
          </p:cNvSpPr>
          <p:nvPr>
            <p:ph type="sldNum" sz="quarter" idx="12"/>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2" name="Title 1"/>
          <p:cNvSpPr>
            <a:spLocks noGrp="1"/>
          </p:cNvSpPr>
          <p:nvPr>
            <p:ph type="title"/>
          </p:nvPr>
        </p:nvSpPr>
        <p:spPr>
          <a:xfrm>
            <a:off x="336000" y="215999"/>
            <a:ext cx="6840120" cy="288000"/>
          </a:xfrm>
        </p:spPr>
        <p:txBody>
          <a:bodyPr/>
          <a:lstStyle/>
          <a:p>
            <a:r>
              <a:rPr lang="en-US"/>
              <a:t>Click to edit Master title style</a:t>
            </a:r>
            <a:endParaRPr lang="en-AU" dirty="0"/>
          </a:p>
        </p:txBody>
      </p:sp>
      <p:sp>
        <p:nvSpPr>
          <p:cNvPr id="11" name="Picture Placeholder 8"/>
          <p:cNvSpPr>
            <a:spLocks noGrp="1"/>
          </p:cNvSpPr>
          <p:nvPr>
            <p:ph type="pic" sz="quarter" idx="13"/>
          </p:nvPr>
        </p:nvSpPr>
        <p:spPr>
          <a:xfrm>
            <a:off x="7823200" y="1305600"/>
            <a:ext cx="4033440" cy="5088000"/>
          </a:xfrm>
        </p:spPr>
        <p:txBody>
          <a:bodyPr/>
          <a:lstStyle>
            <a:lvl1pPr>
              <a:defRPr/>
            </a:lvl1pPr>
          </a:lstStyle>
          <a:p>
            <a:pPr lvl="0"/>
            <a:r>
              <a:rPr lang="en-US" noProof="0"/>
              <a:t>Click icon to add picture</a:t>
            </a:r>
            <a:endParaRPr lang="en-AU" noProof="0" dirty="0"/>
          </a:p>
        </p:txBody>
      </p:sp>
      <p:sp>
        <p:nvSpPr>
          <p:cNvPr id="12" name="Text Placeholder 4"/>
          <p:cNvSpPr>
            <a:spLocks noGrp="1"/>
          </p:cNvSpPr>
          <p:nvPr>
            <p:ph type="body" sz="quarter" idx="14"/>
          </p:nvPr>
        </p:nvSpPr>
        <p:spPr>
          <a:xfrm>
            <a:off x="336000" y="539391"/>
            <a:ext cx="684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5771785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and Content_3">
    <p:spTree>
      <p:nvGrpSpPr>
        <p:cNvPr id="1" name=""/>
        <p:cNvGrpSpPr/>
        <p:nvPr/>
      </p:nvGrpSpPr>
      <p:grpSpPr>
        <a:xfrm>
          <a:off x="0" y="0"/>
          <a:ext cx="0" cy="0"/>
          <a:chOff x="0" y="0"/>
          <a:chExt cx="0" cy="0"/>
        </a:xfrm>
      </p:grpSpPr>
      <p:sp>
        <p:nvSpPr>
          <p:cNvPr id="4" name="Rectangle 3"/>
          <p:cNvSpPr/>
          <p:nvPr userDrawn="1"/>
        </p:nvSpPr>
        <p:spPr>
          <a:xfrm>
            <a:off x="0" y="1"/>
            <a:ext cx="4656667" cy="639921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 name="Title 1"/>
          <p:cNvSpPr>
            <a:spLocks noGrp="1"/>
          </p:cNvSpPr>
          <p:nvPr>
            <p:ph type="title"/>
          </p:nvPr>
        </p:nvSpPr>
        <p:spPr>
          <a:xfrm>
            <a:off x="336003" y="1542598"/>
            <a:ext cx="4032799" cy="1719715"/>
          </a:xfrm>
        </p:spPr>
        <p:txBody>
          <a:bodyPr tIns="36000" anchor="t"/>
          <a:lstStyle>
            <a:lvl1pPr algn="l">
              <a:lnSpc>
                <a:spcPct val="80000"/>
              </a:lnSpc>
              <a:defRPr sz="1200" b="0" cap="all" baseline="0">
                <a:latin typeface="+mn-lt"/>
              </a:defRPr>
            </a:lvl1pPr>
          </a:lstStyle>
          <a:p>
            <a:r>
              <a:rPr lang="en-US" noProof="0"/>
              <a:t>Click to edit Master title style</a:t>
            </a:r>
            <a:endParaRPr lang="en-AU" noProof="0" dirty="0"/>
          </a:p>
        </p:txBody>
      </p:sp>
      <p:sp>
        <p:nvSpPr>
          <p:cNvPr id="5" name="Slide Number Placeholder 4"/>
          <p:cNvSpPr>
            <a:spLocks noGrp="1"/>
          </p:cNvSpPr>
          <p:nvPr userDrawn="1">
            <p:ph type="sldNum" sz="quarter" idx="11"/>
          </p:nvPr>
        </p:nvSpPr>
        <p:spPr/>
        <p:txBody>
          <a:bodyPr/>
          <a:lstStyle>
            <a:lvl1pPr>
              <a:defRPr>
                <a:solidFill>
                  <a:schemeClr val="tx2"/>
                </a:solidFill>
              </a:defRPr>
            </a:lvl1p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sp>
        <p:nvSpPr>
          <p:cNvPr id="9" name="Content Placeholder 2"/>
          <p:cNvSpPr>
            <a:spLocks noGrp="1"/>
          </p:cNvSpPr>
          <p:nvPr>
            <p:ph idx="1" hasCustomPrompt="1"/>
          </p:nvPr>
        </p:nvSpPr>
        <p:spPr>
          <a:xfrm>
            <a:off x="336000" y="1305600"/>
            <a:ext cx="4032800" cy="217552"/>
          </a:xfrm>
        </p:spPr>
        <p:txBody>
          <a:bodyPr/>
          <a:lstStyle>
            <a:lvl1pPr>
              <a:defRPr baseline="0"/>
            </a:lvl1pPr>
            <a:lvl5pPr>
              <a:defRPr baseline="0"/>
            </a:lvl5pPr>
          </a:lstStyle>
          <a:p>
            <a:pPr lvl="0"/>
            <a:r>
              <a:rPr lang="en-AU" noProof="0" dirty="0"/>
              <a:t>CLICK TO ADD TEXT</a:t>
            </a:r>
          </a:p>
        </p:txBody>
      </p:sp>
      <p:sp>
        <p:nvSpPr>
          <p:cNvPr id="8" name="Isosceles Triangle 7"/>
          <p:cNvSpPr/>
          <p:nvPr userDrawn="1"/>
        </p:nvSpPr>
        <p:spPr>
          <a:xfrm rot="5400000">
            <a:off x="4619836" y="1088740"/>
            <a:ext cx="360040" cy="288032"/>
          </a:xfrm>
          <a:prstGeom prst="triangle">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US" noProof="0"/>
              <a:t>Click to edit Master text styles</a:t>
            </a:r>
          </a:p>
        </p:txBody>
      </p:sp>
      <p:sp>
        <p:nvSpPr>
          <p:cNvPr id="15" name="Picture Placeholder 8"/>
          <p:cNvSpPr>
            <a:spLocks noGrp="1"/>
          </p:cNvSpPr>
          <p:nvPr>
            <p:ph type="pic" sz="quarter" idx="13"/>
          </p:nvPr>
        </p:nvSpPr>
        <p:spPr>
          <a:xfrm>
            <a:off x="5135893" y="1305600"/>
            <a:ext cx="6720747" cy="5088000"/>
          </a:xfrm>
        </p:spPr>
        <p:txBody>
          <a:bodyPr/>
          <a:lstStyle>
            <a:lvl1pPr>
              <a:defRPr/>
            </a:lvl1pPr>
          </a:lstStyle>
          <a:p>
            <a:pPr lvl="0"/>
            <a:r>
              <a:rPr lang="en-US" noProof="0"/>
              <a:t>Click icon to add picture</a:t>
            </a:r>
            <a:endParaRPr lang="en-AU" noProof="0" dirty="0"/>
          </a:p>
        </p:txBody>
      </p:sp>
      <p:sp>
        <p:nvSpPr>
          <p:cNvPr id="11"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1167585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Image background">
    <p:spTree>
      <p:nvGrpSpPr>
        <p:cNvPr id="1" name=""/>
        <p:cNvGrpSpPr/>
        <p:nvPr/>
      </p:nvGrpSpPr>
      <p:grpSpPr>
        <a:xfrm>
          <a:off x="0" y="0"/>
          <a:ext cx="0" cy="0"/>
          <a:chOff x="0" y="0"/>
          <a:chExt cx="0" cy="0"/>
        </a:xfrm>
      </p:grpSpPr>
      <p:sp>
        <p:nvSpPr>
          <p:cNvPr id="6" name="Slide Number Placeholder 5"/>
          <p:cNvSpPr>
            <a:spLocks noGrp="1"/>
          </p:cNvSpPr>
          <p:nvPr>
            <p:ph type="sldNum" sz="quarter" idx="16"/>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9"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US" noProof="0"/>
              <a:t>Click to edit Master text styles</a:t>
            </a:r>
          </a:p>
        </p:txBody>
      </p:sp>
      <p:sp>
        <p:nvSpPr>
          <p:cNvPr id="3" name="Picture Placeholder 2"/>
          <p:cNvSpPr>
            <a:spLocks noGrp="1"/>
          </p:cNvSpPr>
          <p:nvPr>
            <p:ph type="pic" sz="quarter" idx="18"/>
          </p:nvPr>
        </p:nvSpPr>
        <p:spPr>
          <a:xfrm>
            <a:off x="335360" y="1305600"/>
            <a:ext cx="11520000" cy="5088000"/>
          </a:xfrm>
        </p:spPr>
        <p:txBody>
          <a:bodyPr/>
          <a:lstStyle>
            <a:lvl1pPr>
              <a:defRPr/>
            </a:lvl1pPr>
          </a:lstStyle>
          <a:p>
            <a:r>
              <a:rPr lang="en-US"/>
              <a:t>Click icon to add picture</a:t>
            </a:r>
            <a:endParaRPr lang="en-AU" dirty="0"/>
          </a:p>
        </p:txBody>
      </p:sp>
      <p:sp>
        <p:nvSpPr>
          <p:cNvPr id="10"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2"/>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40843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11" name="Media Placeholder 10"/>
          <p:cNvSpPr>
            <a:spLocks noGrp="1"/>
          </p:cNvSpPr>
          <p:nvPr>
            <p:ph type="media" sz="quarter" idx="13"/>
          </p:nvPr>
        </p:nvSpPr>
        <p:spPr>
          <a:xfrm>
            <a:off x="336551" y="1305600"/>
            <a:ext cx="11520000" cy="5088000"/>
          </a:xfrm>
        </p:spPr>
        <p:txBody>
          <a:bodyPr/>
          <a:lstStyle>
            <a:lvl1pPr>
              <a:defRPr>
                <a:solidFill>
                  <a:schemeClr val="bg1"/>
                </a:solidFill>
                <a:latin typeface="+mn-lt"/>
              </a:defRPr>
            </a:lvl1pPr>
          </a:lstStyle>
          <a:p>
            <a:r>
              <a:rPr lang="en-US" noProof="0"/>
              <a:t>Click icon to add media</a:t>
            </a:r>
            <a:endParaRPr lang="en-AU" noProof="0" dirty="0"/>
          </a:p>
        </p:txBody>
      </p:sp>
      <p:sp>
        <p:nvSpPr>
          <p:cNvPr id="8" name="Text Placeholder 4"/>
          <p:cNvSpPr>
            <a:spLocks noGrp="1"/>
          </p:cNvSpPr>
          <p:nvPr>
            <p:ph type="body" sz="quarter" idx="15"/>
          </p:nvPr>
        </p:nvSpPr>
        <p:spPr>
          <a:xfrm>
            <a:off x="335360" y="215999"/>
            <a:ext cx="11520000" cy="288000"/>
          </a:xfrm>
        </p:spPr>
        <p:txBody>
          <a:bodyPr/>
          <a:lstStyle>
            <a:lvl1pPr>
              <a:lnSpc>
                <a:spcPct val="80000"/>
              </a:lnSpc>
              <a:spcAft>
                <a:spcPts val="0"/>
              </a:spcAft>
              <a:defRPr sz="2400" b="0" cap="all" baseline="0">
                <a:solidFill>
                  <a:schemeClr val="accent1"/>
                </a:solidFill>
                <a:latin typeface="+mj-lt"/>
              </a:defRPr>
            </a:lvl1pPr>
            <a:lvl2pPr marL="0" indent="0">
              <a:lnSpc>
                <a:spcPct val="85000"/>
              </a:lnSpc>
              <a:buNone/>
              <a:defRPr sz="1600" cap="none" baseline="0"/>
            </a:lvl2pPr>
          </a:lstStyle>
          <a:p>
            <a:pPr lvl="0"/>
            <a:r>
              <a:rPr lang="en-US" noProof="0"/>
              <a:t>Click to edit Master text styles</a:t>
            </a:r>
          </a:p>
        </p:txBody>
      </p:sp>
      <p:sp>
        <p:nvSpPr>
          <p:cNvPr id="6" name="Slide Number Placeholder 5"/>
          <p:cNvSpPr>
            <a:spLocks noGrp="1"/>
          </p:cNvSpPr>
          <p:nvPr>
            <p:ph type="sldNum" sz="quarter" idx="11"/>
          </p:nvPr>
        </p:nvSpPr>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
        <p:nvSpPr>
          <p:cNvPr id="9" name="Text Placeholder 4"/>
          <p:cNvSpPr>
            <a:spLocks noGrp="1"/>
          </p:cNvSpPr>
          <p:nvPr>
            <p:ph type="body" sz="quarter" idx="14"/>
          </p:nvPr>
        </p:nvSpPr>
        <p:spPr>
          <a:xfrm>
            <a:off x="336000" y="539391"/>
            <a:ext cx="11520000" cy="336000"/>
          </a:xfrm>
        </p:spPr>
        <p:txBody>
          <a:bodyPr/>
          <a:lstStyle>
            <a:lvl1pPr>
              <a:lnSpc>
                <a:spcPct val="85000"/>
              </a:lnSpc>
              <a:spcAft>
                <a:spcPts val="0"/>
              </a:spcAft>
              <a:defRPr sz="2400" b="0" cap="all" baseline="0">
                <a:solidFill>
                  <a:schemeClr val="tx1"/>
                </a:solidFill>
                <a:latin typeface="+mj-lt"/>
              </a:defRPr>
            </a:lvl1pPr>
            <a:lvl2pPr marL="0" indent="0">
              <a:lnSpc>
                <a:spcPct val="85000"/>
              </a:lnSpc>
              <a:buNone/>
              <a:defRPr sz="1600" cap="none" baseline="0"/>
            </a:lvl2pPr>
          </a:lstStyle>
          <a:p>
            <a:pPr lvl="0"/>
            <a:r>
              <a:rPr lang="en-US"/>
              <a:t>Click to edit Master text styles</a:t>
            </a:r>
          </a:p>
        </p:txBody>
      </p:sp>
    </p:spTree>
    <p:extLst>
      <p:ext uri="{BB962C8B-B14F-4D97-AF65-F5344CB8AC3E}">
        <p14:creationId xmlns:p14="http://schemas.microsoft.com/office/powerpoint/2010/main" val="596198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6"/>
          </p:nvPr>
        </p:nvSpPr>
        <p:spPr>
          <a:xfrm>
            <a:off x="10432845" y="6512997"/>
            <a:ext cx="1422515" cy="216000"/>
          </a:xfrm>
        </p:spPr>
        <p:txBody>
          <a:bodyPr/>
          <a:lstStyle>
            <a:lvl1pPr>
              <a:defRPr>
                <a:solidFill>
                  <a:schemeClr val="tx1"/>
                </a:solidFill>
              </a:defRPr>
            </a:lvl1p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a:t>
            </a:fld>
            <a:endParaRPr lang="en-AU" dirty="0">
              <a:solidFill>
                <a:srgbClr val="000000"/>
              </a:solidFill>
            </a:endParaRPr>
          </a:p>
        </p:txBody>
      </p:sp>
    </p:spTree>
    <p:extLst>
      <p:ext uri="{BB962C8B-B14F-4D97-AF65-F5344CB8AC3E}">
        <p14:creationId xmlns:p14="http://schemas.microsoft.com/office/powerpoint/2010/main" val="13390789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tandb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6000" y="5385245"/>
            <a:ext cx="11520000" cy="252000"/>
          </a:xfrm>
        </p:spPr>
        <p:txBody>
          <a:bodyPr/>
          <a:lstStyle>
            <a:lvl1pPr algn="ctr">
              <a:defRPr sz="1200" b="1" baseline="0">
                <a:solidFill>
                  <a:schemeClr val="tx1"/>
                </a:solidFill>
              </a:defRPr>
            </a:lvl1pPr>
          </a:lstStyle>
          <a:p>
            <a:r>
              <a:rPr lang="en-AU" noProof="0" dirty="0"/>
              <a:t>CLICK TO ADD TEXT HERE</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b="12566"/>
          <a:stretch/>
        </p:blipFill>
        <p:spPr>
          <a:xfrm>
            <a:off x="4599496" y="1018867"/>
            <a:ext cx="2993008" cy="3774328"/>
          </a:xfrm>
          <a:prstGeom prst="rect">
            <a:avLst/>
          </a:prstGeom>
        </p:spPr>
      </p:pic>
    </p:spTree>
    <p:extLst>
      <p:ext uri="{BB962C8B-B14F-4D97-AF65-F5344CB8AC3E}">
        <p14:creationId xmlns:p14="http://schemas.microsoft.com/office/powerpoint/2010/main" val="2961782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Major Poin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7589" y="5094313"/>
            <a:ext cx="11386361" cy="854968"/>
          </a:xfrm>
        </p:spPr>
        <p:txBody>
          <a:bodyPr>
            <a:noAutofit/>
          </a:bodyPr>
          <a:lstStyle>
            <a:lvl1pPr>
              <a:defRPr sz="3700"/>
            </a:lvl1pPr>
          </a:lstStyle>
          <a:p>
            <a:r>
              <a:rPr lang="en-US" dirty="0"/>
              <a:t>Click to edit Caption</a:t>
            </a:r>
            <a:endParaRPr lang="en-AU" dirty="0"/>
          </a:p>
        </p:txBody>
      </p:sp>
      <p:sp>
        <p:nvSpPr>
          <p:cNvPr id="6" name="Content Placeholder 2"/>
          <p:cNvSpPr>
            <a:spLocks noGrp="1"/>
          </p:cNvSpPr>
          <p:nvPr>
            <p:ph idx="1" hasCustomPrompt="1"/>
          </p:nvPr>
        </p:nvSpPr>
        <p:spPr>
          <a:xfrm>
            <a:off x="0" y="1"/>
            <a:ext cx="12192000" cy="4758909"/>
          </a:xfrm>
          <a:prstGeom prst="rect">
            <a:avLst/>
          </a:prstGeom>
        </p:spPr>
        <p:txBody>
          <a:bodyPr/>
          <a:lstStyle>
            <a:lvl1pPr>
              <a:defRPr baseline="0"/>
            </a:lvl1pPr>
          </a:lstStyle>
          <a:p>
            <a:pPr lvl="0"/>
            <a:r>
              <a:rPr lang="en-US" dirty="0"/>
              <a:t>INSERT LARGE IMAGE WITH CAPTION – fill the whole space</a:t>
            </a:r>
          </a:p>
        </p:txBody>
      </p:sp>
    </p:spTree>
    <p:extLst>
      <p:ext uri="{BB962C8B-B14F-4D97-AF65-F5344CB8AC3E}">
        <p14:creationId xmlns:p14="http://schemas.microsoft.com/office/powerpoint/2010/main" val="6127694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5050"/>
                </a:solidFill>
              </a:defRPr>
            </a:lvl1pPr>
          </a:lstStyle>
          <a:p>
            <a:r>
              <a:rPr lang="en-US"/>
              <a:t>Click to edit Master title style</a:t>
            </a:r>
            <a:endParaRPr lang="en-AU" dirty="0"/>
          </a:p>
        </p:txBody>
      </p:sp>
      <p:sp>
        <p:nvSpPr>
          <p:cNvPr id="3" name="Content Placeholder 2"/>
          <p:cNvSpPr>
            <a:spLocks noGrp="1"/>
          </p:cNvSpPr>
          <p:nvPr>
            <p:ph idx="1"/>
          </p:nvPr>
        </p:nvSpPr>
        <p:spPr/>
        <p:txBody>
          <a:bodyPr/>
          <a:lstStyle>
            <a:lvl1pPr>
              <a:defRPr>
                <a:solidFill>
                  <a:srgbClr val="969696"/>
                </a:solidFill>
              </a:defRPr>
            </a:lvl1pPr>
            <a:lvl2pPr>
              <a:defRPr>
                <a:solidFill>
                  <a:srgbClr val="969696"/>
                </a:solidFill>
              </a:defRPr>
            </a:lvl2pPr>
            <a:lvl3pPr>
              <a:defRPr>
                <a:solidFill>
                  <a:srgbClr val="969696"/>
                </a:solidFill>
              </a:defRPr>
            </a:lvl3pPr>
            <a:lvl4pPr>
              <a:defRPr>
                <a:solidFill>
                  <a:srgbClr val="969696"/>
                </a:solidFill>
              </a:defRPr>
            </a:lvl4pPr>
            <a:lvl5pPr>
              <a:defRPr>
                <a:solidFill>
                  <a:srgbClr val="96969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Slide Number Placeholder 4"/>
          <p:cNvSpPr>
            <a:spLocks noGrp="1"/>
          </p:cNvSpPr>
          <p:nvPr>
            <p:ph type="sldNum" sz="quarter" idx="11"/>
          </p:nvPr>
        </p:nvSpPr>
        <p:spPr/>
        <p:txBody>
          <a:bodyPr/>
          <a:lstStyle>
            <a:lvl1pPr>
              <a:defRPr smtClean="0">
                <a:solidFill>
                  <a:srgbClr val="969696"/>
                </a:solidFill>
              </a:defRPr>
            </a:lvl1pPr>
          </a:lstStyle>
          <a:p>
            <a:pPr>
              <a:defRPr/>
            </a:pPr>
            <a:fld id="{357A4ACC-D539-4EF9-A7CD-CDD4C63A7648}" type="slidenum">
              <a:rPr lang="en-AU"/>
              <a:pPr>
                <a:defRPr/>
              </a:pPr>
              <a:t>‹#›</a:t>
            </a:fld>
            <a:endParaRPr lang="en-AU"/>
          </a:p>
        </p:txBody>
      </p:sp>
    </p:spTree>
    <p:extLst>
      <p:ext uri="{BB962C8B-B14F-4D97-AF65-F5344CB8AC3E}">
        <p14:creationId xmlns:p14="http://schemas.microsoft.com/office/powerpoint/2010/main" val="32187506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3E581-5372-4B38-B08E-742B6E5711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F959C11-3D2B-4CF3-9E2E-D5E50DC48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9893935-C8A7-42F0-BAC3-BF3C56876801}"/>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1FFD60B4-E7B5-4BDA-ACC4-092EF891B8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00947-AC06-4FE2-A863-47FA6C5BFA77}"/>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7707886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0C9B-AC2C-47E5-BF4C-7DF930640B1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CBA067-A399-4EFC-AF64-E821A88E19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318B2C0-65FA-4160-8DB5-0EFC010DEE69}"/>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2E6F8331-A53C-47FC-A6F1-EEF673369F2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EF270C6-5498-4A5A-882C-4F985B3207A0}"/>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12984543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3ACE3-F84D-4DDC-A301-91A6EF2EF1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B1892B2-BF76-477A-A8C4-81B1C7AA9A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7E9C2D-E6BD-44D5-B278-4817E0030D75}"/>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BA195930-67A0-4097-891D-04F0D4A4B3C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BDF3E14-1BF4-459F-9B5C-8CF73752E376}"/>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3195717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413F6-DEDF-414C-951A-EA8A49ECBE0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05E65DA-221B-4D51-9ED8-8AD8234CC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4F64B41-ACCC-4263-8377-E08E00E4D4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86BCDC4-C6FF-4F2B-8A4C-CE16CE95EAAB}"/>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6" name="Footer Placeholder 5">
            <a:extLst>
              <a:ext uri="{FF2B5EF4-FFF2-40B4-BE49-F238E27FC236}">
                <a16:creationId xmlns:a16="http://schemas.microsoft.com/office/drawing/2014/main" id="{66A27F69-4BBC-4540-8F5C-03D26560BF8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4FE574B-1C90-4C55-9198-EDE5DB4C2A5F}"/>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2467015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E825-7661-405C-BC02-C68E06C8004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776A167-D39F-4778-BED1-E5C40C3E8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2799FE-D00D-41F7-B0C8-CB92A615DE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01E43EA-57DF-4A0C-B32C-BB1EF1D953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A2E96F-FAF9-45E5-96E8-C7B35406A8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9D7EF6D-8F85-4BF0-A094-65EB2B2404F9}"/>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8" name="Footer Placeholder 7">
            <a:extLst>
              <a:ext uri="{FF2B5EF4-FFF2-40B4-BE49-F238E27FC236}">
                <a16:creationId xmlns:a16="http://schemas.microsoft.com/office/drawing/2014/main" id="{1EFF3D79-CF8C-48D1-B3C5-D2F0C2A3894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2B2DBA8-BA78-41D8-BE35-906E364F858E}"/>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35211547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6428-7294-4EE5-BA0E-7B957B13F21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648B3E6-5D75-4EFA-A8D9-1173CC963985}"/>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4" name="Footer Placeholder 3">
            <a:extLst>
              <a:ext uri="{FF2B5EF4-FFF2-40B4-BE49-F238E27FC236}">
                <a16:creationId xmlns:a16="http://schemas.microsoft.com/office/drawing/2014/main" id="{E6103F82-8EB3-4CE7-A66B-0031B857278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A7F8294-7022-4666-98CE-65D4EDB535A1}"/>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20636913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A68C55-DD41-4982-B51F-D9817BA96A38}"/>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3" name="Footer Placeholder 2">
            <a:extLst>
              <a:ext uri="{FF2B5EF4-FFF2-40B4-BE49-F238E27FC236}">
                <a16:creationId xmlns:a16="http://schemas.microsoft.com/office/drawing/2014/main" id="{69988D71-18F3-473A-9FF2-4248E0F6B51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6676EA0-1C96-4248-BF77-59E207BA83F8}"/>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32280917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57FB-15FA-4486-93C4-7E756EE7E9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0BC5718-884E-431D-B176-01291E317C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2E8F6327-EE89-45BA-AF9A-DE7F6B4E5D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7AE8BD-2800-42EC-B15D-E0D30E1E32F0}"/>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6" name="Footer Placeholder 5">
            <a:extLst>
              <a:ext uri="{FF2B5EF4-FFF2-40B4-BE49-F238E27FC236}">
                <a16:creationId xmlns:a16="http://schemas.microsoft.com/office/drawing/2014/main" id="{B29BA0E1-5AF0-4BB2-98F7-17F12398EC7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77D10A4-B12E-49DB-A100-57AB310B1EDE}"/>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36494550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9F02F-6AB5-4DE0-9E5B-CC81F8760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F60F736-0987-4423-8C22-EAE3E0686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87F482E-0415-4D7A-A9F8-BC07144ECC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BC1F5B-F702-42E7-A69C-45FCDA1183CB}"/>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6" name="Footer Placeholder 5">
            <a:extLst>
              <a:ext uri="{FF2B5EF4-FFF2-40B4-BE49-F238E27FC236}">
                <a16:creationId xmlns:a16="http://schemas.microsoft.com/office/drawing/2014/main" id="{7B7B782E-0A3F-4852-AEB8-8087ADEAB33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34973FF-E36B-4418-9EB6-E76D3E6455E2}"/>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5186835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4DE7-4567-4F1F-B5C1-6C70ADAEC5C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6BAB038-ED3A-4D8C-9396-17CDA0EDC8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C1E3BE7-9506-4679-BC6D-77FFDF9EF370}"/>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01C54A60-2397-40AF-9003-39C91916138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544A21-9F62-4FB9-A651-4C5968A11E02}"/>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15584572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EB80AB-02A3-4C0A-83C7-A1518B6AAE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FB8E74B-F1B0-4B6C-B8B6-9C9ACC8C2A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094976-5D68-4807-B7E5-4533F5AE3D8F}"/>
              </a:ext>
            </a:extLst>
          </p:cNvPr>
          <p:cNvSpPr>
            <a:spLocks noGrp="1"/>
          </p:cNvSpPr>
          <p:nvPr>
            <p:ph type="dt" sz="half" idx="10"/>
          </p:nvPr>
        </p:nvSpPr>
        <p:spPr/>
        <p:txBody>
          <a:body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64BDD11A-5630-40F4-BBD9-9040C204F05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CD9672D-96DD-474D-B501-30F5EBC79C8A}"/>
              </a:ext>
            </a:extLst>
          </p:cNvPr>
          <p:cNvSpPr>
            <a:spLocks noGrp="1"/>
          </p:cNvSpPr>
          <p:nvPr>
            <p:ph type="sldNum" sz="quarter" idx="12"/>
          </p:nvPr>
        </p:nvSpPr>
        <p:spPr/>
        <p:txBody>
          <a:bodyPr/>
          <a:lstStyle/>
          <a:p>
            <a:fld id="{E476A7E3-A4E1-4F29-A403-02746B4B12D9}" type="slidenum">
              <a:rPr lang="en-AU" smtClean="0"/>
              <a:t>‹#›</a:t>
            </a:fld>
            <a:endParaRPr lang="en-AU"/>
          </a:p>
        </p:txBody>
      </p:sp>
    </p:spTree>
    <p:extLst>
      <p:ext uri="{BB962C8B-B14F-4D97-AF65-F5344CB8AC3E}">
        <p14:creationId xmlns:p14="http://schemas.microsoft.com/office/powerpoint/2010/main" val="90936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jpe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3.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000" y="216000"/>
            <a:ext cx="11520000" cy="288000"/>
          </a:xfrm>
          <a:prstGeom prst="rect">
            <a:avLst/>
          </a:prstGeom>
        </p:spPr>
        <p:txBody>
          <a:bodyPr vert="horz" lIns="0" tIns="0" rIns="0" bIns="0" rtlCol="0" anchor="t">
            <a:noAutofit/>
          </a:bodyPr>
          <a:lstStyle/>
          <a:p>
            <a:endParaRPr lang="en-AU" noProof="0" dirty="0"/>
          </a:p>
        </p:txBody>
      </p:sp>
      <p:sp>
        <p:nvSpPr>
          <p:cNvPr id="3" name="Text Placeholder 2"/>
          <p:cNvSpPr>
            <a:spLocks noGrp="1"/>
          </p:cNvSpPr>
          <p:nvPr>
            <p:ph type="body" idx="1"/>
          </p:nvPr>
        </p:nvSpPr>
        <p:spPr>
          <a:xfrm>
            <a:off x="335360" y="979200"/>
            <a:ext cx="11520000" cy="54000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4"/>
          </p:nvPr>
        </p:nvSpPr>
        <p:spPr>
          <a:xfrm>
            <a:off x="10432845" y="6512997"/>
            <a:ext cx="1422515" cy="216000"/>
          </a:xfrm>
          <a:prstGeom prst="rect">
            <a:avLst/>
          </a:prstGeom>
        </p:spPr>
        <p:txBody>
          <a:bodyPr vert="horz" lIns="0" tIns="0" rIns="0" bIns="0" rtlCol="0" anchor="ctr"/>
          <a:lstStyle>
            <a:lvl1pPr algn="r">
              <a:defRPr lang="en-AU" sz="1000" smtClean="0">
                <a:solidFill>
                  <a:schemeClr val="tx2"/>
                </a:solidFill>
                <a:latin typeface="+mn-lt"/>
                <a:cs typeface="Arial" pitchFamily="34" charset="0"/>
              </a:defRPr>
            </a:lvl1p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pic>
        <p:nvPicPr>
          <p:cNvPr id="7" name="Picture 6"/>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34437" y="6566402"/>
            <a:ext cx="3937364" cy="155284"/>
          </a:xfrm>
          <a:prstGeom prst="rect">
            <a:avLst/>
          </a:prstGeom>
        </p:spPr>
      </p:pic>
      <p:sp>
        <p:nvSpPr>
          <p:cNvPr id="5" name="TextBox 4">
            <a:extLst>
              <a:ext uri="{FF2B5EF4-FFF2-40B4-BE49-F238E27FC236}">
                <a16:creationId xmlns:a16="http://schemas.microsoft.com/office/drawing/2014/main" id="{2BB83EA4-F730-69BE-9252-F04A37821649}"/>
              </a:ext>
            </a:extLst>
          </p:cNvPr>
          <p:cNvSpPr txBox="1"/>
          <p:nvPr userDrawn="1">
            <p:extLst>
              <p:ext uri="{1162E1C5-73C7-4A58-AE30-91384D911F3F}">
                <p184:classification xmlns:p184="http://schemas.microsoft.com/office/powerpoint/2018/4/main" val="hdr"/>
              </p:ext>
            </p:extLst>
          </p:nvPr>
        </p:nvSpPr>
        <p:spPr>
          <a:xfrm>
            <a:off x="5212525" y="63500"/>
            <a:ext cx="1792287" cy="152400"/>
          </a:xfrm>
          <a:prstGeom prst="rect">
            <a:avLst/>
          </a:prstGeom>
        </p:spPr>
        <p:txBody>
          <a:bodyPr horzOverflow="overflow" lIns="0" tIns="0" rIns="0" bIns="0">
            <a:spAutoFit/>
          </a:bodyPr>
          <a:lstStyle/>
          <a:p>
            <a:pPr algn="l"/>
            <a:r>
              <a:rPr lang="en-AU" sz="1000">
                <a:solidFill>
                  <a:srgbClr val="000000">
                    <a:alpha val="50000"/>
                  </a:srgbClr>
                </a:solidFill>
                <a:latin typeface="Aptos" panose="020B0004020202020204" pitchFamily="34" charset="0"/>
              </a:rPr>
              <a:t>COMMERCIAL-IN-CONFIDENCE</a:t>
            </a:r>
          </a:p>
        </p:txBody>
      </p:sp>
    </p:spTree>
    <p:extLst>
      <p:ext uri="{BB962C8B-B14F-4D97-AF65-F5344CB8AC3E}">
        <p14:creationId xmlns:p14="http://schemas.microsoft.com/office/powerpoint/2010/main" val="3316876663"/>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Lst>
  <p:hf hdr="0" ftr="0"/>
  <p:txStyles>
    <p:titleStyle>
      <a:lvl1pPr algn="l" defTabSz="914400" rtl="0" eaLnBrk="1" latinLnBrk="0" hangingPunct="1">
        <a:lnSpc>
          <a:spcPct val="80000"/>
        </a:lnSpc>
        <a:spcBef>
          <a:spcPct val="0"/>
        </a:spcBef>
        <a:buNone/>
        <a:defRPr sz="2400" kern="1200" cap="all" baseline="0">
          <a:solidFill>
            <a:schemeClr val="accent1"/>
          </a:solidFill>
          <a:latin typeface="+mj-lt"/>
          <a:ea typeface="+mj-ea"/>
          <a:cs typeface="Arial" pitchFamily="34" charset="0"/>
        </a:defRPr>
      </a:lvl1pPr>
    </p:titleStyle>
    <p:bodyStyle>
      <a:lvl1pPr marL="0" indent="0" algn="l" defTabSz="914400" rtl="0" eaLnBrk="1" latinLnBrk="0" hangingPunct="1">
        <a:spcBef>
          <a:spcPts val="0"/>
        </a:spcBef>
        <a:spcAft>
          <a:spcPts val="600"/>
        </a:spcAft>
        <a:buFont typeface="Arial" pitchFamily="34" charset="0"/>
        <a:buNone/>
        <a:defRPr sz="1200" b="1" kern="1200" cap="all" baseline="0">
          <a:solidFill>
            <a:schemeClr val="tx1"/>
          </a:solidFill>
          <a:latin typeface="+mn-lt"/>
          <a:ea typeface="+mn-ea"/>
          <a:cs typeface="Gotham Medium" pitchFamily="50" charset="0"/>
        </a:defRPr>
      </a:lvl1pPr>
      <a:lvl2pPr marL="0" indent="0" algn="l" defTabSz="914400" rtl="0" eaLnBrk="1" latinLnBrk="0" hangingPunct="1">
        <a:spcBef>
          <a:spcPts val="0"/>
        </a:spcBef>
        <a:spcAft>
          <a:spcPts val="600"/>
        </a:spcAft>
        <a:buFont typeface="Arial" pitchFamily="34" charset="0"/>
        <a:buNone/>
        <a:defRPr sz="1200" kern="1200" cap="all" baseline="0">
          <a:solidFill>
            <a:schemeClr val="tx1"/>
          </a:solidFill>
          <a:latin typeface="+mn-lt"/>
          <a:ea typeface="+mn-ea"/>
          <a:cs typeface="Arial" pitchFamily="34" charset="0"/>
        </a:defRPr>
      </a:lvl2pPr>
      <a:lvl3pPr marL="0" indent="0" algn="l" defTabSz="914400" rtl="0" eaLnBrk="1" latinLnBrk="0" hangingPunct="1">
        <a:spcBef>
          <a:spcPts val="0"/>
        </a:spcBef>
        <a:spcAft>
          <a:spcPts val="600"/>
        </a:spcAft>
        <a:buFont typeface="Arial" pitchFamily="34" charset="0"/>
        <a:buNone/>
        <a:defRPr sz="1200" kern="1200" cap="none" baseline="0">
          <a:solidFill>
            <a:schemeClr val="tx1"/>
          </a:solidFill>
          <a:latin typeface="+mn-lt"/>
          <a:ea typeface="+mn-ea"/>
          <a:cs typeface="Arial" pitchFamily="34" charset="0"/>
        </a:defRPr>
      </a:lvl3pPr>
      <a:lvl4pPr marL="180000" indent="-180000" algn="l" defTabSz="914400" rtl="0" eaLnBrk="1" latinLnBrk="0" hangingPunct="1">
        <a:spcBef>
          <a:spcPts val="0"/>
        </a:spcBef>
        <a:spcAft>
          <a:spcPts val="600"/>
        </a:spcAft>
        <a:buClr>
          <a:schemeClr val="tx2"/>
        </a:buClr>
        <a:buFont typeface="Wingdings" panose="05000000000000000000" pitchFamily="2" charset="2"/>
        <a:buChar char="Ø"/>
        <a:defRPr sz="1200" kern="1200">
          <a:solidFill>
            <a:schemeClr val="tx1"/>
          </a:solidFill>
          <a:latin typeface="+mn-lt"/>
          <a:ea typeface="+mn-ea"/>
          <a:cs typeface="Arial" pitchFamily="34" charset="0"/>
        </a:defRPr>
      </a:lvl4pPr>
      <a:lvl5pPr marL="540000" indent="-180000" algn="l" defTabSz="914400" rtl="0" eaLnBrk="1" latinLnBrk="0" hangingPunct="1">
        <a:spcBef>
          <a:spcPts val="0"/>
        </a:spcBef>
        <a:spcAft>
          <a:spcPts val="600"/>
        </a:spcAft>
        <a:buClr>
          <a:schemeClr val="tx2"/>
        </a:buClr>
        <a:buFont typeface="Arial" panose="020B0604020202020204" pitchFamily="34" charset="0"/>
        <a:buChar char="•"/>
        <a:defRPr sz="1200" kern="1200" baseline="0">
          <a:solidFill>
            <a:schemeClr val="tx1"/>
          </a:solidFill>
          <a:latin typeface="+mn-lt"/>
          <a:ea typeface="+mn-ea"/>
          <a:cs typeface="Arial" pitchFamily="34" charset="0"/>
        </a:defRPr>
      </a:lvl5pPr>
      <a:lvl6pPr marL="864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6pPr>
      <a:lvl7pPr marL="1188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7pPr>
      <a:lvl8pPr marL="1512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8pPr>
      <a:lvl9pPr marL="1836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000" y="216000"/>
            <a:ext cx="11520000" cy="288000"/>
          </a:xfrm>
          <a:prstGeom prst="rect">
            <a:avLst/>
          </a:prstGeom>
        </p:spPr>
        <p:txBody>
          <a:bodyPr vert="horz" lIns="0" tIns="0" rIns="0" bIns="0" rtlCol="0" anchor="t">
            <a:noAutofit/>
          </a:bodyPr>
          <a:lstStyle/>
          <a:p>
            <a:endParaRPr lang="en-AU" noProof="0" dirty="0"/>
          </a:p>
        </p:txBody>
      </p:sp>
      <p:sp>
        <p:nvSpPr>
          <p:cNvPr id="3" name="Text Placeholder 2"/>
          <p:cNvSpPr>
            <a:spLocks noGrp="1"/>
          </p:cNvSpPr>
          <p:nvPr>
            <p:ph type="body" idx="1"/>
          </p:nvPr>
        </p:nvSpPr>
        <p:spPr>
          <a:xfrm>
            <a:off x="335360" y="979200"/>
            <a:ext cx="11520000" cy="54000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sp>
        <p:nvSpPr>
          <p:cNvPr id="6" name="Slide Number Placeholder 5"/>
          <p:cNvSpPr>
            <a:spLocks noGrp="1"/>
          </p:cNvSpPr>
          <p:nvPr>
            <p:ph type="sldNum" sz="quarter" idx="4"/>
          </p:nvPr>
        </p:nvSpPr>
        <p:spPr>
          <a:xfrm>
            <a:off x="10432845" y="6512997"/>
            <a:ext cx="1422515" cy="216000"/>
          </a:xfrm>
          <a:prstGeom prst="rect">
            <a:avLst/>
          </a:prstGeom>
        </p:spPr>
        <p:txBody>
          <a:bodyPr vert="horz" lIns="0" tIns="0" rIns="0" bIns="0" rtlCol="0" anchor="ctr"/>
          <a:lstStyle>
            <a:lvl1pPr algn="r">
              <a:defRPr lang="en-AU" sz="1000" smtClean="0">
                <a:solidFill>
                  <a:schemeClr val="tx2"/>
                </a:solidFill>
                <a:latin typeface="+mn-lt"/>
                <a:cs typeface="Arial" pitchFamily="34" charset="0"/>
              </a:defRPr>
            </a:lvl1pPr>
          </a:lstStyle>
          <a:p>
            <a:pPr fontAlgn="auto">
              <a:spcBef>
                <a:spcPts val="0"/>
              </a:spcBef>
              <a:spcAft>
                <a:spcPts val="0"/>
              </a:spcAft>
            </a:pPr>
            <a:fld id="{CE1B70CE-F4BC-4B6F-A663-B479B5E51611}" type="slidenum">
              <a:rPr lang="en-AU" smtClean="0">
                <a:solidFill>
                  <a:srgbClr val="242424"/>
                </a:solidFill>
              </a:rPr>
              <a:pPr fontAlgn="auto">
                <a:spcBef>
                  <a:spcPts val="0"/>
                </a:spcBef>
                <a:spcAft>
                  <a:spcPts val="0"/>
                </a:spcAft>
              </a:pPr>
              <a:t>‹#›</a:t>
            </a:fld>
            <a:endParaRPr lang="en-AU" dirty="0">
              <a:solidFill>
                <a:srgbClr val="242424"/>
              </a:solidFill>
            </a:endParaRPr>
          </a:p>
        </p:txBody>
      </p:sp>
      <p:pic>
        <p:nvPicPr>
          <p:cNvPr id="7" name="Picture 6"/>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34437" y="6566402"/>
            <a:ext cx="3937364" cy="155284"/>
          </a:xfrm>
          <a:prstGeom prst="rect">
            <a:avLst/>
          </a:prstGeom>
        </p:spPr>
      </p:pic>
      <p:sp>
        <p:nvSpPr>
          <p:cNvPr id="5" name="TextBox 4">
            <a:extLst>
              <a:ext uri="{FF2B5EF4-FFF2-40B4-BE49-F238E27FC236}">
                <a16:creationId xmlns:a16="http://schemas.microsoft.com/office/drawing/2014/main" id="{1900BC8A-FB0D-1CCF-3E2D-207D77356540}"/>
              </a:ext>
            </a:extLst>
          </p:cNvPr>
          <p:cNvSpPr txBox="1"/>
          <p:nvPr userDrawn="1">
            <p:extLst>
              <p:ext uri="{1162E1C5-73C7-4A58-AE30-91384D911F3F}">
                <p184:classification xmlns:p184="http://schemas.microsoft.com/office/powerpoint/2018/4/main" val="hdr"/>
              </p:ext>
            </p:extLst>
          </p:nvPr>
        </p:nvSpPr>
        <p:spPr>
          <a:xfrm>
            <a:off x="5212525" y="63500"/>
            <a:ext cx="1792287" cy="152400"/>
          </a:xfrm>
          <a:prstGeom prst="rect">
            <a:avLst/>
          </a:prstGeom>
        </p:spPr>
        <p:txBody>
          <a:bodyPr horzOverflow="overflow" lIns="0" tIns="0" rIns="0" bIns="0">
            <a:spAutoFit/>
          </a:bodyPr>
          <a:lstStyle/>
          <a:p>
            <a:pPr algn="l"/>
            <a:r>
              <a:rPr lang="en-AU" sz="1000">
                <a:solidFill>
                  <a:srgbClr val="000000">
                    <a:alpha val="50000"/>
                  </a:srgbClr>
                </a:solidFill>
                <a:latin typeface="Aptos" panose="020B0004020202020204" pitchFamily="34" charset="0"/>
              </a:rPr>
              <a:t>COMMERCIAL-IN-CONFIDENCE</a:t>
            </a:r>
          </a:p>
        </p:txBody>
      </p:sp>
    </p:spTree>
    <p:extLst>
      <p:ext uri="{BB962C8B-B14F-4D97-AF65-F5344CB8AC3E}">
        <p14:creationId xmlns:p14="http://schemas.microsoft.com/office/powerpoint/2010/main" val="1094729841"/>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Lst>
  <p:hf hdr="0" ftr="0"/>
  <p:txStyles>
    <p:titleStyle>
      <a:lvl1pPr algn="l" defTabSz="914400" rtl="0" eaLnBrk="1" latinLnBrk="0" hangingPunct="1">
        <a:lnSpc>
          <a:spcPct val="80000"/>
        </a:lnSpc>
        <a:spcBef>
          <a:spcPct val="0"/>
        </a:spcBef>
        <a:buNone/>
        <a:defRPr sz="2400" kern="1200" cap="all" baseline="0">
          <a:solidFill>
            <a:schemeClr val="accent1"/>
          </a:solidFill>
          <a:latin typeface="+mj-lt"/>
          <a:ea typeface="+mj-ea"/>
          <a:cs typeface="Arial" pitchFamily="34" charset="0"/>
        </a:defRPr>
      </a:lvl1pPr>
    </p:titleStyle>
    <p:bodyStyle>
      <a:lvl1pPr marL="0" indent="0" algn="l" defTabSz="914400" rtl="0" eaLnBrk="1" latinLnBrk="0" hangingPunct="1">
        <a:spcBef>
          <a:spcPts val="0"/>
        </a:spcBef>
        <a:spcAft>
          <a:spcPts val="600"/>
        </a:spcAft>
        <a:buFont typeface="Arial" pitchFamily="34" charset="0"/>
        <a:buNone/>
        <a:defRPr sz="1200" b="1" kern="1200" cap="all" baseline="0">
          <a:solidFill>
            <a:schemeClr val="tx1"/>
          </a:solidFill>
          <a:latin typeface="+mn-lt"/>
          <a:ea typeface="+mn-ea"/>
          <a:cs typeface="Gotham Medium" pitchFamily="50" charset="0"/>
        </a:defRPr>
      </a:lvl1pPr>
      <a:lvl2pPr marL="0" indent="0" algn="l" defTabSz="914400" rtl="0" eaLnBrk="1" latinLnBrk="0" hangingPunct="1">
        <a:spcBef>
          <a:spcPts val="0"/>
        </a:spcBef>
        <a:spcAft>
          <a:spcPts val="600"/>
        </a:spcAft>
        <a:buFont typeface="Arial" pitchFamily="34" charset="0"/>
        <a:buNone/>
        <a:defRPr sz="1200" kern="1200" cap="all" baseline="0">
          <a:solidFill>
            <a:schemeClr val="tx1"/>
          </a:solidFill>
          <a:latin typeface="+mn-lt"/>
          <a:ea typeface="+mn-ea"/>
          <a:cs typeface="Arial" pitchFamily="34" charset="0"/>
        </a:defRPr>
      </a:lvl2pPr>
      <a:lvl3pPr marL="0" indent="0" algn="l" defTabSz="914400" rtl="0" eaLnBrk="1" latinLnBrk="0" hangingPunct="1">
        <a:spcBef>
          <a:spcPts val="0"/>
        </a:spcBef>
        <a:spcAft>
          <a:spcPts val="600"/>
        </a:spcAft>
        <a:buFont typeface="Arial" pitchFamily="34" charset="0"/>
        <a:buNone/>
        <a:defRPr sz="1200" kern="1200" cap="none" baseline="0">
          <a:solidFill>
            <a:schemeClr val="tx1"/>
          </a:solidFill>
          <a:latin typeface="+mn-lt"/>
          <a:ea typeface="+mn-ea"/>
          <a:cs typeface="Arial" pitchFamily="34" charset="0"/>
        </a:defRPr>
      </a:lvl3pPr>
      <a:lvl4pPr marL="180000" indent="-180000" algn="l" defTabSz="914400" rtl="0" eaLnBrk="1" latinLnBrk="0" hangingPunct="1">
        <a:spcBef>
          <a:spcPts val="0"/>
        </a:spcBef>
        <a:spcAft>
          <a:spcPts val="600"/>
        </a:spcAft>
        <a:buClr>
          <a:schemeClr val="tx2"/>
        </a:buClr>
        <a:buFont typeface="Wingdings" panose="05000000000000000000" pitchFamily="2" charset="2"/>
        <a:buChar char="Ø"/>
        <a:defRPr sz="1200" kern="1200">
          <a:solidFill>
            <a:schemeClr val="tx1"/>
          </a:solidFill>
          <a:latin typeface="+mn-lt"/>
          <a:ea typeface="+mn-ea"/>
          <a:cs typeface="Arial" pitchFamily="34" charset="0"/>
        </a:defRPr>
      </a:lvl4pPr>
      <a:lvl5pPr marL="540000" indent="-180000" algn="l" defTabSz="914400" rtl="0" eaLnBrk="1" latinLnBrk="0" hangingPunct="1">
        <a:spcBef>
          <a:spcPts val="0"/>
        </a:spcBef>
        <a:spcAft>
          <a:spcPts val="600"/>
        </a:spcAft>
        <a:buClr>
          <a:schemeClr val="tx2"/>
        </a:buClr>
        <a:buFont typeface="Arial" panose="020B0604020202020204" pitchFamily="34" charset="0"/>
        <a:buChar char="•"/>
        <a:defRPr sz="1200" kern="1200" baseline="0">
          <a:solidFill>
            <a:schemeClr val="tx1"/>
          </a:solidFill>
          <a:latin typeface="+mn-lt"/>
          <a:ea typeface="+mn-ea"/>
          <a:cs typeface="Arial" pitchFamily="34" charset="0"/>
        </a:defRPr>
      </a:lvl5pPr>
      <a:lvl6pPr marL="864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6pPr>
      <a:lvl7pPr marL="1188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7pPr>
      <a:lvl8pPr marL="1512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8pPr>
      <a:lvl9pPr marL="1836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3AC4E-FF52-4B7D-B14A-3F50B50140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36DB66D-527C-4276-BF23-2A4FC024EA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F2E93A1-4950-4B15-9FA8-DE09838E90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E5370B-4534-4289-8B5D-BA850F9591C0}" type="datetimeFigureOut">
              <a:rPr lang="en-AU" smtClean="0"/>
              <a:t>24/7/2026</a:t>
            </a:fld>
            <a:endParaRPr lang="en-AU"/>
          </a:p>
        </p:txBody>
      </p:sp>
      <p:sp>
        <p:nvSpPr>
          <p:cNvPr id="5" name="Footer Placeholder 4">
            <a:extLst>
              <a:ext uri="{FF2B5EF4-FFF2-40B4-BE49-F238E27FC236}">
                <a16:creationId xmlns:a16="http://schemas.microsoft.com/office/drawing/2014/main" id="{64BC225F-3069-4184-A5AE-E97687A5F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67DE3BCF-A633-48EF-8911-2753F9E880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76A7E3-A4E1-4F29-A403-02746B4B12D9}" type="slidenum">
              <a:rPr lang="en-AU" smtClean="0"/>
              <a:t>‹#›</a:t>
            </a:fld>
            <a:endParaRPr lang="en-AU"/>
          </a:p>
        </p:txBody>
      </p:sp>
      <p:sp>
        <p:nvSpPr>
          <p:cNvPr id="8" name="TextBox 7">
            <a:extLst>
              <a:ext uri="{FF2B5EF4-FFF2-40B4-BE49-F238E27FC236}">
                <a16:creationId xmlns:a16="http://schemas.microsoft.com/office/drawing/2014/main" id="{9F483A17-BE57-DF0C-4AA6-57E4FDC1A831}"/>
              </a:ext>
            </a:extLst>
          </p:cNvPr>
          <p:cNvSpPr txBox="1"/>
          <p:nvPr userDrawn="1">
            <p:extLst>
              <p:ext uri="{1162E1C5-73C7-4A58-AE30-91384D911F3F}">
                <p184:classification xmlns:p184="http://schemas.microsoft.com/office/powerpoint/2018/4/main" val="hdr"/>
              </p:ext>
            </p:extLst>
          </p:nvPr>
        </p:nvSpPr>
        <p:spPr>
          <a:xfrm>
            <a:off x="5212525" y="63500"/>
            <a:ext cx="1792287" cy="152400"/>
          </a:xfrm>
          <a:prstGeom prst="rect">
            <a:avLst/>
          </a:prstGeom>
        </p:spPr>
        <p:txBody>
          <a:bodyPr horzOverflow="overflow" lIns="0" tIns="0" rIns="0" bIns="0">
            <a:spAutoFit/>
          </a:bodyPr>
          <a:lstStyle/>
          <a:p>
            <a:pPr algn="l"/>
            <a:r>
              <a:rPr lang="en-AU" sz="1000">
                <a:solidFill>
                  <a:srgbClr val="000000">
                    <a:alpha val="50000"/>
                  </a:srgbClr>
                </a:solidFill>
                <a:latin typeface="Aptos" panose="020B0004020202020204" pitchFamily="34" charset="0"/>
              </a:rPr>
              <a:t>COMMERCIAL-IN-CONFIDENCE</a:t>
            </a:r>
          </a:p>
        </p:txBody>
      </p:sp>
    </p:spTree>
    <p:extLst>
      <p:ext uri="{BB962C8B-B14F-4D97-AF65-F5344CB8AC3E}">
        <p14:creationId xmlns:p14="http://schemas.microsoft.com/office/powerpoint/2010/main" val="4257831303"/>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starentertainmentgroup.sharepoint.com/:b:/g/CTO%20Team/Eb69Fo_tYvdNkgrDRIB3ZFsBeh3cCoBoEyZ1zJ2N_3ZOnw?e=KPh7eL"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4"/>
          <p:cNvSpPr txBox="1">
            <a:spLocks/>
          </p:cNvSpPr>
          <p:nvPr/>
        </p:nvSpPr>
        <p:spPr>
          <a:xfrm>
            <a:off x="3900397" y="330921"/>
            <a:ext cx="7957172" cy="802554"/>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Arial"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2800" b="1" i="1" u="none" strike="noStrike" kern="1200" cap="none" spc="0" normalizeH="0" baseline="0" noProof="0" dirty="0">
                <a:ln>
                  <a:noFill/>
                </a:ln>
                <a:solidFill>
                  <a:srgbClr val="000000"/>
                </a:solidFill>
                <a:effectLst/>
                <a:uLnTx/>
                <a:uFillTx/>
                <a:latin typeface="Arial"/>
                <a:ea typeface="+mj-ea"/>
                <a:cs typeface="Arial" pitchFamily="34" charset="0"/>
              </a:rPr>
              <a:t>Please remove this slide from your presentation pack prior to submission</a:t>
            </a:r>
          </a:p>
        </p:txBody>
      </p:sp>
      <p:sp>
        <p:nvSpPr>
          <p:cNvPr id="16" name="Title 4">
            <a:extLst>
              <a:ext uri="{FF2B5EF4-FFF2-40B4-BE49-F238E27FC236}">
                <a16:creationId xmlns:a16="http://schemas.microsoft.com/office/drawing/2014/main" id="{02AFA773-44B9-4A9B-BB35-6180AB32801F}"/>
              </a:ext>
            </a:extLst>
          </p:cNvPr>
          <p:cNvSpPr txBox="1">
            <a:spLocks/>
          </p:cNvSpPr>
          <p:nvPr/>
        </p:nvSpPr>
        <p:spPr>
          <a:xfrm>
            <a:off x="3900397" y="1540596"/>
            <a:ext cx="7957172" cy="412029"/>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Arial"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rgbClr val="000000"/>
                </a:solidFill>
                <a:effectLst/>
                <a:uLnTx/>
                <a:uFillTx/>
                <a:latin typeface="Arial"/>
                <a:ea typeface="+mj-ea"/>
                <a:cs typeface="Arial" pitchFamily="34" charset="0"/>
              </a:rPr>
              <a:t>Guidelines for completing this pack:</a:t>
            </a:r>
          </a:p>
        </p:txBody>
      </p:sp>
      <p:sp>
        <p:nvSpPr>
          <p:cNvPr id="17" name="Title 4">
            <a:extLst>
              <a:ext uri="{FF2B5EF4-FFF2-40B4-BE49-F238E27FC236}">
                <a16:creationId xmlns:a16="http://schemas.microsoft.com/office/drawing/2014/main" id="{D6FB184E-D48E-494E-B4EC-4DD65680BDF6}"/>
              </a:ext>
            </a:extLst>
          </p:cNvPr>
          <p:cNvSpPr txBox="1">
            <a:spLocks/>
          </p:cNvSpPr>
          <p:nvPr/>
        </p:nvSpPr>
        <p:spPr>
          <a:xfrm>
            <a:off x="3900397" y="2121620"/>
            <a:ext cx="7957172" cy="450778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Arial" pitchFamily="34" charset="0"/>
              </a:defRPr>
            </a:lvl1pPr>
          </a:lstStyle>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All slides in the pack must be completed as part of your presentation</a:t>
            </a: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endPar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endParaRP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Slides should NOT be removed from the pack (except this slide)</a:t>
            </a: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endPar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endParaRP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Slides may be added if they provide additional supporting architectural detail relevant to your presentation</a:t>
            </a: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endPar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endParaRP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Please refer to the PowerPoint ‘Notes’ section of each slide for further details on how to complete each slide</a:t>
            </a: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endPar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endParaRP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All packs must be submitted for review by Thursday for presentation at the following Monday’s ADA meeting</a:t>
            </a: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endPar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endParaRPr>
          </a:p>
          <a:p>
            <a:pPr marL="457200" marR="0" lvl="0" indent="-457200" algn="l" defTabSz="914400" rtl="0" eaLnBrk="1" fontAlgn="base" latinLnBrk="0" hangingPunct="1">
              <a:lnSpc>
                <a:spcPct val="90000"/>
              </a:lnSpc>
              <a:spcBef>
                <a:spcPct val="0"/>
              </a:spcBef>
              <a:spcAft>
                <a:spcPct val="0"/>
              </a:spcAft>
              <a:buClrTx/>
              <a:buSzTx/>
              <a:buFont typeface="+mj-lt"/>
              <a:buAutoNum type="arabicPeriod"/>
              <a:tabLst/>
              <a:defRPr/>
            </a:pPr>
            <a:r>
              <a:rPr kumimoji="0" lang="en-AU" sz="2000" b="0" i="0" u="none" strike="noStrike" kern="1200" cap="none" spc="0" normalizeH="0" baseline="0" noProof="0" dirty="0">
                <a:ln>
                  <a:noFill/>
                </a:ln>
                <a:solidFill>
                  <a:srgbClr val="000000"/>
                </a:solidFill>
                <a:effectLst/>
                <a:uLnTx/>
                <a:uFillTx/>
                <a:latin typeface="Arial"/>
                <a:ea typeface="+mj-ea"/>
                <a:cs typeface="Arial" pitchFamily="34" charset="0"/>
              </a:rPr>
              <a:t>All presentations must be endorsed by the Enterprise Architect for that business and / or technology area prior to submission</a:t>
            </a:r>
          </a:p>
        </p:txBody>
      </p:sp>
    </p:spTree>
    <p:extLst>
      <p:ext uri="{BB962C8B-B14F-4D97-AF65-F5344CB8AC3E}">
        <p14:creationId xmlns:p14="http://schemas.microsoft.com/office/powerpoint/2010/main" val="295729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00397" y="2648537"/>
            <a:ext cx="7957172" cy="624000"/>
          </a:xfrm>
        </p:spPr>
        <p:txBody>
          <a:bodyPr/>
          <a:lstStyle/>
          <a:p>
            <a:r>
              <a:rPr lang="en-AU" i="1" dirty="0"/>
              <a:t>&lt;Solution Name To Go Here&gt;</a:t>
            </a:r>
          </a:p>
        </p:txBody>
      </p:sp>
      <p:sp>
        <p:nvSpPr>
          <p:cNvPr id="6" name="Subtitle 5"/>
          <p:cNvSpPr>
            <a:spLocks noGrp="1"/>
          </p:cNvSpPr>
          <p:nvPr>
            <p:ph type="subTitle" idx="1"/>
          </p:nvPr>
        </p:nvSpPr>
        <p:spPr>
          <a:xfrm>
            <a:off x="3900396" y="3372671"/>
            <a:ext cx="5967878" cy="231404"/>
          </a:xfrm>
        </p:spPr>
        <p:txBody>
          <a:bodyPr anchor="ctr"/>
          <a:lstStyle/>
          <a:p>
            <a:r>
              <a:rPr lang="en-AU" i="1" dirty="0"/>
              <a:t>&lt;Presenter’s Name to go Here&gt;</a:t>
            </a:r>
          </a:p>
        </p:txBody>
      </p:sp>
      <p:sp>
        <p:nvSpPr>
          <p:cNvPr id="4" name="Slide Number Placeholder 3"/>
          <p:cNvSpPr>
            <a:spLocks noGrp="1"/>
          </p:cNvSpPr>
          <p:nvPr>
            <p:ph type="sldNum" sz="quarter" idx="4294967295"/>
          </p:nvPr>
        </p:nvSpPr>
        <p:spPr>
          <a:xfrm>
            <a:off x="10579100" y="6513513"/>
            <a:ext cx="1422400" cy="2159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Arial"/>
                <a:ea typeface="+mn-ea"/>
                <a:cs typeface="Arial" pitchFamily="34" charset="0"/>
              </a:rPr>
              <a:t>Template v1.2.3</a:t>
            </a:r>
          </a:p>
        </p:txBody>
      </p:sp>
      <p:sp>
        <p:nvSpPr>
          <p:cNvPr id="7" name="Date Placeholder 3"/>
          <p:cNvSpPr>
            <a:spLocks noGrp="1"/>
          </p:cNvSpPr>
          <p:nvPr>
            <p:ph type="dt" sz="half" idx="10"/>
          </p:nvPr>
        </p:nvSpPr>
        <p:spPr>
          <a:xfrm>
            <a:off x="3900396" y="3644194"/>
            <a:ext cx="5967879" cy="275298"/>
          </a:xfrm>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1" u="none" strike="noStrike" kern="1200" cap="all" spc="0" normalizeH="0" baseline="0" noProof="0" dirty="0">
                <a:ln>
                  <a:noFill/>
                </a:ln>
                <a:solidFill>
                  <a:srgbClr val="000000"/>
                </a:solidFill>
                <a:effectLst/>
                <a:uLnTx/>
                <a:uFillTx/>
                <a:latin typeface="Arial"/>
                <a:ea typeface="+mn-ea"/>
              </a:rPr>
              <a:t>&lt;Supporting architect’s Name to go Here&gt;</a:t>
            </a:r>
          </a:p>
        </p:txBody>
      </p:sp>
      <p:sp>
        <p:nvSpPr>
          <p:cNvPr id="9" name="Date Placeholder 3"/>
          <p:cNvSpPr txBox="1">
            <a:spLocks/>
          </p:cNvSpPr>
          <p:nvPr/>
        </p:nvSpPr>
        <p:spPr>
          <a:xfrm>
            <a:off x="3900396" y="4057508"/>
            <a:ext cx="5967879" cy="275298"/>
          </a:xfrm>
          <a:prstGeom prst="rect">
            <a:avLst/>
          </a:prstGeom>
        </p:spPr>
        <p:txBody>
          <a:bodyPr lIns="0" tIns="0" rIns="0" bIns="0" anchor="ctr"/>
          <a:lstStyle>
            <a:defPPr>
              <a:defRPr lang="en-AU"/>
            </a:defPPr>
            <a:lvl1pPr algn="l" rtl="0" fontAlgn="base">
              <a:lnSpc>
                <a:spcPct val="100000"/>
              </a:lnSpc>
              <a:spcBef>
                <a:spcPct val="0"/>
              </a:spcBef>
              <a:spcAft>
                <a:spcPct val="0"/>
              </a:spcAft>
              <a:defRPr lang="en-AU" sz="1200" b="1" kern="1200" cap="all" baseline="0" dirty="0">
                <a:solidFill>
                  <a:schemeClr val="accent1"/>
                </a:solidFill>
                <a:latin typeface="+mj-lt"/>
                <a:ea typeface="+mn-ea"/>
                <a:cs typeface="Gotham Medium" pitchFamily="50"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0" u="none" strike="noStrike" kern="1200" cap="all" spc="0" normalizeH="0" baseline="0" noProof="0" dirty="0">
                <a:ln>
                  <a:noFill/>
                </a:ln>
                <a:solidFill>
                  <a:srgbClr val="C4A54B"/>
                </a:solidFill>
                <a:effectLst/>
                <a:uLnTx/>
                <a:uFillTx/>
                <a:latin typeface="Arial"/>
                <a:ea typeface="+mn-ea"/>
              </a:rPr>
              <a:t>presentation Category: </a:t>
            </a:r>
            <a:r>
              <a:rPr kumimoji="0" lang="en-AU" sz="1200" b="0" i="1" u="none" strike="noStrike" kern="1200" cap="all" spc="0" normalizeH="0" baseline="0" noProof="0" dirty="0">
                <a:ln>
                  <a:noFill/>
                </a:ln>
                <a:solidFill>
                  <a:srgbClr val="C4A54B"/>
                </a:solidFill>
                <a:effectLst/>
                <a:uLnTx/>
                <a:uFillTx/>
                <a:latin typeface="Arial"/>
                <a:ea typeface="+mn-ea"/>
              </a:rPr>
              <a:t>&lt;concept / high level design&gt; </a:t>
            </a:r>
          </a:p>
        </p:txBody>
      </p:sp>
      <p:sp>
        <p:nvSpPr>
          <p:cNvPr id="10" name="Title 4"/>
          <p:cNvSpPr txBox="1">
            <a:spLocks/>
          </p:cNvSpPr>
          <p:nvPr/>
        </p:nvSpPr>
        <p:spPr>
          <a:xfrm>
            <a:off x="3900397" y="2004089"/>
            <a:ext cx="7957172" cy="624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Arial"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1" i="1" u="none" strike="noStrike" kern="1200" cap="none" spc="0" normalizeH="0" baseline="0" noProof="0" dirty="0">
                <a:ln>
                  <a:noFill/>
                </a:ln>
                <a:solidFill>
                  <a:srgbClr val="000000"/>
                </a:solidFill>
                <a:effectLst/>
                <a:uLnTx/>
                <a:uFillTx/>
                <a:latin typeface="Arial"/>
                <a:ea typeface="+mj-ea"/>
                <a:cs typeface="Arial" pitchFamily="34" charset="0"/>
              </a:rPr>
              <a:t>&lt;Project Name To Go Here&gt;</a:t>
            </a:r>
          </a:p>
        </p:txBody>
      </p:sp>
      <p:sp>
        <p:nvSpPr>
          <p:cNvPr id="11" name="Date Placeholder 3"/>
          <p:cNvSpPr txBox="1">
            <a:spLocks/>
          </p:cNvSpPr>
          <p:nvPr/>
        </p:nvSpPr>
        <p:spPr>
          <a:xfrm>
            <a:off x="3900396" y="4332806"/>
            <a:ext cx="5967879" cy="275298"/>
          </a:xfrm>
          <a:prstGeom prst="rect">
            <a:avLst/>
          </a:prstGeom>
        </p:spPr>
        <p:txBody>
          <a:bodyPr lIns="0" tIns="0" rIns="0" bIns="0" anchor="ctr"/>
          <a:lstStyle>
            <a:defPPr>
              <a:defRPr lang="en-AU"/>
            </a:defPPr>
            <a:lvl1pPr algn="l" rtl="0" fontAlgn="base">
              <a:lnSpc>
                <a:spcPct val="100000"/>
              </a:lnSpc>
              <a:spcBef>
                <a:spcPct val="0"/>
              </a:spcBef>
              <a:spcAft>
                <a:spcPct val="0"/>
              </a:spcAft>
              <a:defRPr lang="en-AU" sz="1200" b="1" kern="1200" cap="all" baseline="0" dirty="0">
                <a:solidFill>
                  <a:schemeClr val="accent1"/>
                </a:solidFill>
                <a:latin typeface="+mj-lt"/>
                <a:ea typeface="+mn-ea"/>
                <a:cs typeface="Gotham Medium" pitchFamily="50"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0" u="none" strike="noStrike" kern="1200" cap="all" spc="0" normalizeH="0" baseline="0" noProof="0" dirty="0">
                <a:ln>
                  <a:noFill/>
                </a:ln>
                <a:solidFill>
                  <a:srgbClr val="C4A54B"/>
                </a:solidFill>
                <a:effectLst/>
                <a:uLnTx/>
                <a:uFillTx/>
                <a:latin typeface="Arial"/>
                <a:ea typeface="+mn-ea"/>
              </a:rPr>
              <a:t>Presentation seeking: </a:t>
            </a:r>
            <a:r>
              <a:rPr kumimoji="0" lang="en-AU" sz="1200" b="0" i="1" u="none" strike="noStrike" kern="1200" cap="all" spc="0" normalizeH="0" baseline="0" noProof="0" dirty="0">
                <a:ln>
                  <a:noFill/>
                </a:ln>
                <a:solidFill>
                  <a:srgbClr val="C4A54B"/>
                </a:solidFill>
                <a:effectLst/>
                <a:uLnTx/>
                <a:uFillTx/>
                <a:latin typeface="Arial"/>
                <a:ea typeface="+mn-ea"/>
              </a:rPr>
              <a:t>&lt;information only / approval&gt;</a:t>
            </a:r>
          </a:p>
        </p:txBody>
      </p:sp>
      <p:sp>
        <p:nvSpPr>
          <p:cNvPr id="12" name="Date Placeholder 3">
            <a:extLst>
              <a:ext uri="{FF2B5EF4-FFF2-40B4-BE49-F238E27FC236}">
                <a16:creationId xmlns:a16="http://schemas.microsoft.com/office/drawing/2014/main" id="{EFA732BF-AEBD-4D56-B2E3-8AD7F9293E65}"/>
              </a:ext>
            </a:extLst>
          </p:cNvPr>
          <p:cNvSpPr txBox="1">
            <a:spLocks/>
          </p:cNvSpPr>
          <p:nvPr/>
        </p:nvSpPr>
        <p:spPr>
          <a:xfrm>
            <a:off x="3900396" y="4608104"/>
            <a:ext cx="5967879" cy="275298"/>
          </a:xfrm>
          <a:prstGeom prst="rect">
            <a:avLst/>
          </a:prstGeom>
        </p:spPr>
        <p:txBody>
          <a:bodyPr lIns="0" tIns="0" rIns="0" bIns="0" anchor="ctr"/>
          <a:lstStyle>
            <a:defPPr>
              <a:defRPr lang="en-AU"/>
            </a:defPPr>
            <a:lvl1pPr algn="l" rtl="0" fontAlgn="base">
              <a:lnSpc>
                <a:spcPct val="100000"/>
              </a:lnSpc>
              <a:spcBef>
                <a:spcPct val="0"/>
              </a:spcBef>
              <a:spcAft>
                <a:spcPct val="0"/>
              </a:spcAft>
              <a:defRPr lang="en-AU" sz="1200" b="1" kern="1200" cap="all" baseline="0" dirty="0">
                <a:solidFill>
                  <a:schemeClr val="accent1"/>
                </a:solidFill>
                <a:latin typeface="+mj-lt"/>
                <a:ea typeface="+mn-ea"/>
                <a:cs typeface="Gotham Medium" pitchFamily="50"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0" u="none" strike="noStrike" kern="1200" cap="all" spc="0" normalizeH="0" baseline="0" noProof="0">
                <a:ln>
                  <a:noFill/>
                </a:ln>
                <a:solidFill>
                  <a:srgbClr val="C4A54B"/>
                </a:solidFill>
                <a:effectLst/>
                <a:uLnTx/>
                <a:uFillTx/>
                <a:latin typeface="Arial"/>
                <a:ea typeface="+mn-ea"/>
              </a:rPr>
              <a:t>Presentation Date: </a:t>
            </a:r>
            <a:r>
              <a:rPr kumimoji="0" lang="en-AU" sz="1200" b="0" i="1" u="none" strike="noStrike" kern="1200" cap="all" spc="0" normalizeH="0" baseline="0" noProof="0">
                <a:ln>
                  <a:noFill/>
                </a:ln>
                <a:solidFill>
                  <a:srgbClr val="C4A54B"/>
                </a:solidFill>
                <a:effectLst/>
                <a:uLnTx/>
                <a:uFillTx/>
                <a:latin typeface="Arial"/>
                <a:ea typeface="+mn-ea"/>
              </a:rPr>
              <a:t>&lt;00 MONTH YYYY&gt;</a:t>
            </a:r>
            <a:endParaRPr kumimoji="0" lang="en-AU" sz="1200" b="0" i="1" u="none" strike="noStrike" kern="1200" cap="all" spc="0" normalizeH="0" baseline="0" noProof="0" dirty="0">
              <a:ln>
                <a:noFill/>
              </a:ln>
              <a:solidFill>
                <a:srgbClr val="C4A54B"/>
              </a:solidFill>
              <a:effectLst/>
              <a:uLnTx/>
              <a:uFillTx/>
              <a:latin typeface="Arial"/>
              <a:ea typeface="+mn-ea"/>
            </a:endParaRPr>
          </a:p>
        </p:txBody>
      </p:sp>
      <p:sp>
        <p:nvSpPr>
          <p:cNvPr id="13" name="Date Placeholder 3">
            <a:extLst>
              <a:ext uri="{FF2B5EF4-FFF2-40B4-BE49-F238E27FC236}">
                <a16:creationId xmlns:a16="http://schemas.microsoft.com/office/drawing/2014/main" id="{F2D4550F-ABEE-4CA0-AEFB-C8AB9A25D6C9}"/>
              </a:ext>
            </a:extLst>
          </p:cNvPr>
          <p:cNvSpPr txBox="1">
            <a:spLocks/>
          </p:cNvSpPr>
          <p:nvPr/>
        </p:nvSpPr>
        <p:spPr>
          <a:xfrm>
            <a:off x="3900396" y="4883402"/>
            <a:ext cx="5967879" cy="275298"/>
          </a:xfrm>
          <a:prstGeom prst="rect">
            <a:avLst/>
          </a:prstGeom>
        </p:spPr>
        <p:txBody>
          <a:bodyPr lIns="0" tIns="0" rIns="0" bIns="0" anchor="ctr"/>
          <a:lstStyle>
            <a:defPPr>
              <a:defRPr lang="en-AU"/>
            </a:defPPr>
            <a:lvl1pPr algn="l" rtl="0" fontAlgn="base">
              <a:lnSpc>
                <a:spcPct val="100000"/>
              </a:lnSpc>
              <a:spcBef>
                <a:spcPct val="0"/>
              </a:spcBef>
              <a:spcAft>
                <a:spcPct val="0"/>
              </a:spcAft>
              <a:defRPr lang="en-AU" sz="1200" b="1" kern="1200" cap="all" baseline="0" dirty="0">
                <a:solidFill>
                  <a:schemeClr val="accent1"/>
                </a:solidFill>
                <a:latin typeface="+mj-lt"/>
                <a:ea typeface="+mn-ea"/>
                <a:cs typeface="Gotham Medium" pitchFamily="50"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0" u="none" strike="noStrike" kern="1200" cap="all" spc="0" normalizeH="0" baseline="0" noProof="0" dirty="0">
                <a:ln>
                  <a:noFill/>
                </a:ln>
                <a:solidFill>
                  <a:srgbClr val="C4A54B"/>
                </a:solidFill>
                <a:effectLst/>
                <a:uLnTx/>
                <a:uFillTx/>
                <a:latin typeface="Arial"/>
                <a:ea typeface="+mn-ea"/>
              </a:rPr>
              <a:t>PROJECT STAGE: </a:t>
            </a:r>
            <a:r>
              <a:rPr kumimoji="0" lang="en-AU" sz="1200" b="0" i="1" u="none" strike="noStrike" kern="1200" cap="all" spc="0" normalizeH="0" baseline="0" noProof="0" dirty="0">
                <a:ln>
                  <a:noFill/>
                </a:ln>
                <a:solidFill>
                  <a:srgbClr val="C4A54B"/>
                </a:solidFill>
                <a:effectLst/>
                <a:uLnTx/>
                <a:uFillTx/>
                <a:latin typeface="Arial"/>
                <a:ea typeface="+mn-ea"/>
              </a:rPr>
              <a:t>&lt;CONCEPT / INITIATE / PLAN / EXECUTE&gt;</a:t>
            </a:r>
          </a:p>
        </p:txBody>
      </p:sp>
      <p:sp>
        <p:nvSpPr>
          <p:cNvPr id="14" name="Title 4">
            <a:extLst>
              <a:ext uri="{FF2B5EF4-FFF2-40B4-BE49-F238E27FC236}">
                <a16:creationId xmlns:a16="http://schemas.microsoft.com/office/drawing/2014/main" id="{DFE54050-ECCD-41BA-9890-9CEFE4A7294F}"/>
              </a:ext>
            </a:extLst>
          </p:cNvPr>
          <p:cNvSpPr txBox="1">
            <a:spLocks/>
          </p:cNvSpPr>
          <p:nvPr/>
        </p:nvSpPr>
        <p:spPr>
          <a:xfrm>
            <a:off x="3900397" y="1380089"/>
            <a:ext cx="7957172" cy="624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Arial"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1" i="0" u="none" strike="noStrike" kern="1200" cap="none" spc="0" normalizeH="0" baseline="0" noProof="0" dirty="0">
                <a:ln>
                  <a:noFill/>
                </a:ln>
                <a:solidFill>
                  <a:srgbClr val="000000"/>
                </a:solidFill>
                <a:effectLst/>
                <a:uLnTx/>
                <a:uFillTx/>
                <a:latin typeface="Arial"/>
                <a:ea typeface="+mj-ea"/>
                <a:cs typeface="Arial" pitchFamily="34" charset="0"/>
              </a:rPr>
              <a:t>Architecture Design Authority</a:t>
            </a:r>
          </a:p>
        </p:txBody>
      </p:sp>
      <p:sp>
        <p:nvSpPr>
          <p:cNvPr id="15" name="Date Placeholder 3">
            <a:extLst>
              <a:ext uri="{FF2B5EF4-FFF2-40B4-BE49-F238E27FC236}">
                <a16:creationId xmlns:a16="http://schemas.microsoft.com/office/drawing/2014/main" id="{EA1B055D-36FB-4616-9F99-BD2BF935A999}"/>
              </a:ext>
            </a:extLst>
          </p:cNvPr>
          <p:cNvSpPr txBox="1">
            <a:spLocks/>
          </p:cNvSpPr>
          <p:nvPr/>
        </p:nvSpPr>
        <p:spPr>
          <a:xfrm>
            <a:off x="3900396" y="5158700"/>
            <a:ext cx="5967879" cy="275298"/>
          </a:xfrm>
          <a:prstGeom prst="rect">
            <a:avLst/>
          </a:prstGeom>
        </p:spPr>
        <p:txBody>
          <a:bodyPr lIns="0" tIns="0" rIns="0" bIns="0" anchor="ctr"/>
          <a:lstStyle>
            <a:defPPr>
              <a:defRPr lang="en-AU"/>
            </a:defPPr>
            <a:lvl1pPr algn="l" rtl="0" fontAlgn="base">
              <a:lnSpc>
                <a:spcPct val="100000"/>
              </a:lnSpc>
              <a:spcBef>
                <a:spcPct val="0"/>
              </a:spcBef>
              <a:spcAft>
                <a:spcPct val="0"/>
              </a:spcAft>
              <a:defRPr lang="en-AU" sz="1200" b="1" kern="1200" cap="all" baseline="0" dirty="0">
                <a:solidFill>
                  <a:schemeClr val="accent1"/>
                </a:solidFill>
                <a:latin typeface="+mj-lt"/>
                <a:ea typeface="+mn-ea"/>
                <a:cs typeface="Gotham Medium" pitchFamily="50"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200" b="1" i="0" u="none" strike="noStrike" kern="1200" cap="all" spc="0" normalizeH="0" baseline="0" noProof="0" dirty="0">
                <a:ln>
                  <a:noFill/>
                </a:ln>
                <a:solidFill>
                  <a:srgbClr val="C4A54B"/>
                </a:solidFill>
                <a:effectLst/>
                <a:uLnTx/>
                <a:uFillTx/>
                <a:latin typeface="Arial"/>
                <a:ea typeface="+mn-ea"/>
              </a:rPr>
              <a:t>Presentation Version: </a:t>
            </a:r>
            <a:r>
              <a:rPr kumimoji="0" lang="en-AU" sz="1200" b="0" i="1" u="none" strike="noStrike" kern="1200" cap="all" spc="0" normalizeH="0" baseline="0" noProof="0" dirty="0">
                <a:ln>
                  <a:noFill/>
                </a:ln>
                <a:solidFill>
                  <a:srgbClr val="C4A54B"/>
                </a:solidFill>
                <a:effectLst/>
                <a:uLnTx/>
                <a:uFillTx/>
                <a:latin typeface="Arial"/>
                <a:ea typeface="+mn-ea"/>
              </a:rPr>
              <a:t>&lt;0.0&gt;</a:t>
            </a:r>
          </a:p>
        </p:txBody>
      </p:sp>
    </p:spTree>
    <p:extLst>
      <p:ext uri="{BB962C8B-B14F-4D97-AF65-F5344CB8AC3E}">
        <p14:creationId xmlns:p14="http://schemas.microsoft.com/office/powerpoint/2010/main" val="181869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Architecture Design Review</a:t>
            </a: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1B70CE-F4BC-4B6F-A663-B479B5E51611}" type="slidenum">
              <a:rPr kumimoji="0" lang="en-AU" sz="10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0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
        <p:nvSpPr>
          <p:cNvPr id="6" name="Text Placeholder 5"/>
          <p:cNvSpPr>
            <a:spLocks noGrp="1"/>
          </p:cNvSpPr>
          <p:nvPr>
            <p:ph type="body" sz="quarter" idx="14"/>
          </p:nvPr>
        </p:nvSpPr>
        <p:spPr/>
        <p:txBody>
          <a:bodyPr/>
          <a:lstStyle/>
          <a:p>
            <a:r>
              <a:rPr lang="en-US" dirty="0">
                <a:solidFill>
                  <a:schemeClr val="hlink"/>
                </a:solidFill>
              </a:rPr>
              <a:t>PROJECT Overview</a:t>
            </a:r>
          </a:p>
          <a:p>
            <a:endParaRPr lang="en-AU" dirty="0"/>
          </a:p>
        </p:txBody>
      </p:sp>
      <p:sp>
        <p:nvSpPr>
          <p:cNvPr id="8" name="TextBox 7"/>
          <p:cNvSpPr txBox="1"/>
          <p:nvPr/>
        </p:nvSpPr>
        <p:spPr>
          <a:xfrm>
            <a:off x="1344245" y="1407864"/>
            <a:ext cx="1569570" cy="573373"/>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Project Name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eorgia" pitchFamily="18" charset="0"/>
              <a:ea typeface="+mn-ea"/>
              <a:cs typeface="Arial" charset="0"/>
            </a:endParaRPr>
          </a:p>
        </p:txBody>
      </p:sp>
      <p:sp>
        <p:nvSpPr>
          <p:cNvPr id="9" name="TextBox 8"/>
          <p:cNvSpPr txBox="1"/>
          <p:nvPr/>
        </p:nvSpPr>
        <p:spPr>
          <a:xfrm>
            <a:off x="1344244" y="1910245"/>
            <a:ext cx="1597995" cy="781622"/>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Business Justification</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eorgia" pitchFamily="18" charset="0"/>
              <a:ea typeface="+mn-ea"/>
              <a:cs typeface="Arial" charset="0"/>
            </a:endParaRPr>
          </a:p>
        </p:txBody>
      </p:sp>
      <p:sp>
        <p:nvSpPr>
          <p:cNvPr id="10" name="Rounded Rectangle 9"/>
          <p:cNvSpPr/>
          <p:nvPr/>
        </p:nvSpPr>
        <p:spPr>
          <a:xfrm>
            <a:off x="3041218" y="1900290"/>
            <a:ext cx="7321331" cy="12353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t" anchorCtr="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Box 10"/>
          <p:cNvSpPr txBox="1"/>
          <p:nvPr/>
        </p:nvSpPr>
        <p:spPr>
          <a:xfrm>
            <a:off x="1344244" y="3377251"/>
            <a:ext cx="1597996" cy="511818"/>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ROM Costing and Timeframe</a:t>
            </a:r>
          </a:p>
        </p:txBody>
      </p:sp>
      <p:sp>
        <p:nvSpPr>
          <p:cNvPr id="12" name="TextBox 11"/>
          <p:cNvSpPr txBox="1"/>
          <p:nvPr/>
        </p:nvSpPr>
        <p:spPr>
          <a:xfrm>
            <a:off x="1712360" y="4122095"/>
            <a:ext cx="1229879" cy="781622"/>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Business Benefits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eorgia" pitchFamily="18" charset="0"/>
              <a:ea typeface="+mn-ea"/>
              <a:cs typeface="Arial" charset="0"/>
            </a:endParaRPr>
          </a:p>
        </p:txBody>
      </p:sp>
      <p:sp>
        <p:nvSpPr>
          <p:cNvPr id="13" name="Rounded Rectangle 12"/>
          <p:cNvSpPr/>
          <p:nvPr/>
        </p:nvSpPr>
        <p:spPr>
          <a:xfrm>
            <a:off x="3020800" y="4105733"/>
            <a:ext cx="7341748" cy="13476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t" anchorCtr="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Rounded Rectangle 13"/>
          <p:cNvSpPr/>
          <p:nvPr/>
        </p:nvSpPr>
        <p:spPr>
          <a:xfrm>
            <a:off x="3020801" y="1457479"/>
            <a:ext cx="7341749" cy="34778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t" anchorCtr="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15" name="Rounded Rectangle 14"/>
          <p:cNvSpPr/>
          <p:nvPr/>
        </p:nvSpPr>
        <p:spPr>
          <a:xfrm>
            <a:off x="3041751" y="3520610"/>
            <a:ext cx="1639703" cy="2360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a:t>
            </a:r>
            <a:r>
              <a:rPr kumimoji="0" lang="en-US" sz="1600" b="0" i="0" u="none" strike="noStrike" kern="1200" cap="none" spc="0" normalizeH="0" baseline="0" noProof="0" dirty="0">
                <a:ln>
                  <a:noFill/>
                </a:ln>
                <a:solidFill>
                  <a:srgbClr val="000000"/>
                </a:solidFill>
                <a:effectLst/>
                <a:uLnTx/>
                <a:uFillTx/>
                <a:latin typeface="Arial"/>
                <a:ea typeface="+mn-ea"/>
                <a:cs typeface="+mn-cs"/>
              </a:rPr>
              <a:t>                0.00</a:t>
            </a:r>
          </a:p>
        </p:txBody>
      </p:sp>
      <p:sp>
        <p:nvSpPr>
          <p:cNvPr id="16" name="TextBox 15"/>
          <p:cNvSpPr txBox="1"/>
          <p:nvPr/>
        </p:nvSpPr>
        <p:spPr>
          <a:xfrm>
            <a:off x="2957631" y="3168264"/>
            <a:ext cx="1229879" cy="307066"/>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Cost</a:t>
            </a:r>
          </a:p>
        </p:txBody>
      </p:sp>
      <p:sp>
        <p:nvSpPr>
          <p:cNvPr id="17" name="Rounded Rectangle 16"/>
          <p:cNvSpPr/>
          <p:nvPr/>
        </p:nvSpPr>
        <p:spPr>
          <a:xfrm>
            <a:off x="6086355" y="3511858"/>
            <a:ext cx="794872" cy="2360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 name="TextBox 17"/>
          <p:cNvSpPr txBox="1"/>
          <p:nvPr/>
        </p:nvSpPr>
        <p:spPr>
          <a:xfrm>
            <a:off x="6008720" y="3191007"/>
            <a:ext cx="1470381" cy="296374"/>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Time / Duration </a:t>
            </a:r>
          </a:p>
        </p:txBody>
      </p:sp>
      <p:sp>
        <p:nvSpPr>
          <p:cNvPr id="19" name="TextBox 18"/>
          <p:cNvSpPr txBox="1"/>
          <p:nvPr/>
        </p:nvSpPr>
        <p:spPr>
          <a:xfrm>
            <a:off x="4770592" y="3476211"/>
            <a:ext cx="1229879" cy="307066"/>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In Dollars </a:t>
            </a:r>
          </a:p>
        </p:txBody>
      </p:sp>
      <p:sp>
        <p:nvSpPr>
          <p:cNvPr id="20" name="TextBox 19"/>
          <p:cNvSpPr txBox="1"/>
          <p:nvPr/>
        </p:nvSpPr>
        <p:spPr>
          <a:xfrm>
            <a:off x="6975379" y="3476211"/>
            <a:ext cx="1229879" cy="307066"/>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In Months </a:t>
            </a:r>
          </a:p>
        </p:txBody>
      </p:sp>
      <p:sp>
        <p:nvSpPr>
          <p:cNvPr id="22" name="TextBox 21"/>
          <p:cNvSpPr txBox="1"/>
          <p:nvPr/>
        </p:nvSpPr>
        <p:spPr>
          <a:xfrm>
            <a:off x="2244971" y="889460"/>
            <a:ext cx="7702061" cy="395780"/>
          </a:xfrm>
          <a:prstGeom prst="rect">
            <a:avLst/>
          </a:prstGeom>
          <a:noFill/>
        </p:spPr>
        <p:txBody>
          <a:bodyPr wrap="square" lIns="56672" tIns="28336" rIns="56672" bIns="28336"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200" b="0" i="1" u="none" strike="noStrike" kern="1200" cap="none" spc="0" normalizeH="0" baseline="0" noProof="0" dirty="0">
                <a:ln>
                  <a:noFill/>
                </a:ln>
                <a:solidFill>
                  <a:srgbClr val="000000"/>
                </a:solidFill>
                <a:effectLst/>
                <a:uLnTx/>
                <a:uFillTx/>
                <a:latin typeface="Georgia" pitchFamily="18" charset="0"/>
                <a:ea typeface="Segoe UI Symbol" pitchFamily="34" charset="0"/>
                <a:cs typeface="Arial" pitchFamily="34" charset="0"/>
              </a:rPr>
              <a:t>Is this a benefit to the organisation </a:t>
            </a:r>
            <a:endParaRPr kumimoji="0" lang="en-GB" sz="2200" b="0" i="1" u="none" strike="noStrike" kern="1200" cap="none" spc="0" normalizeH="0" baseline="0" noProof="0" dirty="0">
              <a:ln>
                <a:noFill/>
              </a:ln>
              <a:solidFill>
                <a:srgbClr val="000000"/>
              </a:solidFill>
              <a:effectLst/>
              <a:uLnTx/>
              <a:uFillTx/>
              <a:latin typeface="Georgia" pitchFamily="18" charset="0"/>
              <a:ea typeface="Segoe UI Symbol" pitchFamily="34" charset="0"/>
              <a:cs typeface="Arial" charset="0"/>
            </a:endParaRPr>
          </a:p>
        </p:txBody>
      </p:sp>
      <p:sp>
        <p:nvSpPr>
          <p:cNvPr id="21" name="TextBox 20"/>
          <p:cNvSpPr txBox="1"/>
          <p:nvPr/>
        </p:nvSpPr>
        <p:spPr>
          <a:xfrm>
            <a:off x="1330032" y="5765341"/>
            <a:ext cx="1597996" cy="296374"/>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Business Owner</a:t>
            </a:r>
          </a:p>
        </p:txBody>
      </p:sp>
      <p:sp>
        <p:nvSpPr>
          <p:cNvPr id="24" name="Rounded Rectangle 23"/>
          <p:cNvSpPr/>
          <p:nvPr/>
        </p:nvSpPr>
        <p:spPr>
          <a:xfrm>
            <a:off x="3020800" y="5825660"/>
            <a:ext cx="2198900" cy="2360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25" name="TextBox 24"/>
          <p:cNvSpPr txBox="1"/>
          <p:nvPr/>
        </p:nvSpPr>
        <p:spPr>
          <a:xfrm>
            <a:off x="6805420" y="5765341"/>
            <a:ext cx="1269681" cy="296374"/>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IT GM Owner</a:t>
            </a:r>
          </a:p>
        </p:txBody>
      </p:sp>
      <p:sp>
        <p:nvSpPr>
          <p:cNvPr id="26" name="Rounded Rectangle 25"/>
          <p:cNvSpPr/>
          <p:nvPr/>
        </p:nvSpPr>
        <p:spPr>
          <a:xfrm>
            <a:off x="8172338" y="5825660"/>
            <a:ext cx="2190210" cy="2360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23" name="Rounded Rectangle 16">
            <a:extLst>
              <a:ext uri="{FF2B5EF4-FFF2-40B4-BE49-F238E27FC236}">
                <a16:creationId xmlns:a16="http://schemas.microsoft.com/office/drawing/2014/main" id="{3654DE0E-D670-47A5-AE76-69C4B477CB0A}"/>
              </a:ext>
            </a:extLst>
          </p:cNvPr>
          <p:cNvSpPr/>
          <p:nvPr/>
        </p:nvSpPr>
        <p:spPr>
          <a:xfrm>
            <a:off x="8910848" y="3529372"/>
            <a:ext cx="1451701" cy="2360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7" name="TextBox 26">
            <a:extLst>
              <a:ext uri="{FF2B5EF4-FFF2-40B4-BE49-F238E27FC236}">
                <a16:creationId xmlns:a16="http://schemas.microsoft.com/office/drawing/2014/main" id="{7B606729-8F2C-41DD-8C61-0654D6C7603B}"/>
              </a:ext>
            </a:extLst>
          </p:cNvPr>
          <p:cNvSpPr txBox="1"/>
          <p:nvPr/>
        </p:nvSpPr>
        <p:spPr>
          <a:xfrm>
            <a:off x="8690748" y="3208521"/>
            <a:ext cx="1749435" cy="296374"/>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Georgia" pitchFamily="18" charset="0"/>
                <a:ea typeface="+mn-ea"/>
                <a:cs typeface="Arial" charset="0"/>
              </a:rPr>
              <a:t>CAR # / CASC Code</a:t>
            </a:r>
          </a:p>
        </p:txBody>
      </p:sp>
    </p:spTree>
    <p:extLst>
      <p:ext uri="{BB962C8B-B14F-4D97-AF65-F5344CB8AC3E}">
        <p14:creationId xmlns:p14="http://schemas.microsoft.com/office/powerpoint/2010/main" val="3079580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Architecture Design Review</a:t>
            </a:r>
            <a:endParaRPr lang="en-GB" dirty="0"/>
          </a:p>
        </p:txBody>
      </p:sp>
      <p:sp>
        <p:nvSpPr>
          <p:cNvPr id="4" name="Text Placeholder 3"/>
          <p:cNvSpPr>
            <a:spLocks noGrp="1"/>
          </p:cNvSpPr>
          <p:nvPr>
            <p:ph type="body" sz="quarter" idx="14"/>
          </p:nvPr>
        </p:nvSpPr>
        <p:spPr/>
        <p:txBody>
          <a:bodyPr/>
          <a:lstStyle/>
          <a:p>
            <a:r>
              <a:rPr lang="en-GB" dirty="0"/>
              <a:t>design overview: current vs proposed</a:t>
            </a:r>
            <a:endParaRPr lang="en-AU" dirty="0"/>
          </a:p>
        </p:txBody>
      </p:sp>
      <p:sp>
        <p:nvSpPr>
          <p:cNvPr id="5" name="Slide Number Placeholder 3">
            <a:extLst>
              <a:ext uri="{FF2B5EF4-FFF2-40B4-BE49-F238E27FC236}">
                <a16:creationId xmlns:a16="http://schemas.microsoft.com/office/drawing/2014/main" id="{97AEB393-AEB0-4236-9F6A-80E93FDB1632}"/>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4</a:t>
            </a:fld>
            <a:endParaRPr lang="en-AU" dirty="0">
              <a:solidFill>
                <a:srgbClr val="000000"/>
              </a:solidFill>
            </a:endParaRPr>
          </a:p>
        </p:txBody>
      </p:sp>
    </p:spTree>
    <p:extLst>
      <p:ext uri="{BB962C8B-B14F-4D97-AF65-F5344CB8AC3E}">
        <p14:creationId xmlns:p14="http://schemas.microsoft.com/office/powerpoint/2010/main" val="411787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7025730" y="1091954"/>
            <a:ext cx="2726624" cy="43036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t" anchorCtr="0"/>
          <a:lstStyle/>
          <a:p>
            <a:r>
              <a:rPr lang="en-US" dirty="0">
                <a:solidFill>
                  <a:schemeClr val="tx1"/>
                </a:solidFill>
              </a:rPr>
              <a:t>Overview:</a:t>
            </a:r>
          </a:p>
          <a:p>
            <a:endParaRPr lang="en-US" dirty="0">
              <a:solidFill>
                <a:schemeClr val="tx1"/>
              </a:solidFill>
            </a:endParaRPr>
          </a:p>
        </p:txBody>
      </p:sp>
      <p:sp>
        <p:nvSpPr>
          <p:cNvPr id="4" name="Rectangle 3"/>
          <p:cNvSpPr/>
          <p:nvPr/>
        </p:nvSpPr>
        <p:spPr>
          <a:xfrm>
            <a:off x="3104110" y="2155240"/>
            <a:ext cx="1319473" cy="62201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r>
              <a:rPr lang="en-US" dirty="0">
                <a:solidFill>
                  <a:schemeClr val="bg1"/>
                </a:solidFill>
              </a:rPr>
              <a:t>System A</a:t>
            </a:r>
          </a:p>
        </p:txBody>
      </p:sp>
      <p:sp>
        <p:nvSpPr>
          <p:cNvPr id="31" name="Rectangle 30"/>
          <p:cNvSpPr/>
          <p:nvPr/>
        </p:nvSpPr>
        <p:spPr>
          <a:xfrm>
            <a:off x="3120400" y="3157373"/>
            <a:ext cx="1303183" cy="51834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r>
              <a:rPr lang="en-US" dirty="0">
                <a:solidFill>
                  <a:schemeClr val="bg1"/>
                </a:solidFill>
              </a:rPr>
              <a:t>System B</a:t>
            </a:r>
          </a:p>
        </p:txBody>
      </p:sp>
      <p:sp>
        <p:nvSpPr>
          <p:cNvPr id="33" name="Rectangle 32"/>
          <p:cNvSpPr/>
          <p:nvPr/>
        </p:nvSpPr>
        <p:spPr>
          <a:xfrm>
            <a:off x="3144835" y="4081756"/>
            <a:ext cx="1286893" cy="50970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r>
              <a:rPr lang="en-US" dirty="0">
                <a:solidFill>
                  <a:schemeClr val="bg1"/>
                </a:solidFill>
              </a:rPr>
              <a:t>System C</a:t>
            </a:r>
          </a:p>
        </p:txBody>
      </p:sp>
      <p:sp>
        <p:nvSpPr>
          <p:cNvPr id="34" name="Rectangle 33"/>
          <p:cNvSpPr/>
          <p:nvPr/>
        </p:nvSpPr>
        <p:spPr>
          <a:xfrm>
            <a:off x="4838973" y="3166012"/>
            <a:ext cx="1343907" cy="51834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r>
              <a:rPr lang="en-US" dirty="0">
                <a:solidFill>
                  <a:schemeClr val="bg1"/>
                </a:solidFill>
              </a:rPr>
              <a:t>System D</a:t>
            </a:r>
          </a:p>
        </p:txBody>
      </p:sp>
      <p:cxnSp>
        <p:nvCxnSpPr>
          <p:cNvPr id="9" name="Straight Arrow Connector 8"/>
          <p:cNvCxnSpPr>
            <a:stCxn id="4" idx="2"/>
            <a:endCxn id="31" idx="0"/>
          </p:cNvCxnSpPr>
          <p:nvPr/>
        </p:nvCxnSpPr>
        <p:spPr>
          <a:xfrm>
            <a:off x="3763847" y="2777254"/>
            <a:ext cx="8145" cy="38012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788282" y="3684358"/>
            <a:ext cx="8145" cy="38012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423582" y="3442464"/>
            <a:ext cx="38281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33" idx="3"/>
            <a:endCxn id="34" idx="2"/>
          </p:cNvCxnSpPr>
          <p:nvPr/>
        </p:nvCxnSpPr>
        <p:spPr>
          <a:xfrm flipV="1">
            <a:off x="4431728" y="3684360"/>
            <a:ext cx="1079199" cy="652251"/>
          </a:xfrm>
          <a:prstGeom prst="bentConnector2">
            <a:avLst/>
          </a:prstGeom>
          <a:ln w="3810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990081" y="1420916"/>
            <a:ext cx="2264280" cy="357930"/>
          </a:xfrm>
          <a:prstGeom prst="rect">
            <a:avLst/>
          </a:prstGeom>
          <a:noFill/>
        </p:spPr>
        <p:txBody>
          <a:bodyPr wrap="square" lIns="80147" tIns="40074" rIns="80147" bIns="40074" rtlCol="0">
            <a:spAutoFit/>
          </a:bodyPr>
          <a:lstStyle/>
          <a:p>
            <a:r>
              <a:rPr lang="en-US" dirty="0"/>
              <a:t>Overview Diagram</a:t>
            </a:r>
          </a:p>
        </p:txBody>
      </p:sp>
      <p:sp>
        <p:nvSpPr>
          <p:cNvPr id="14" name="Rounded Rectangle 13"/>
          <p:cNvSpPr/>
          <p:nvPr/>
        </p:nvSpPr>
        <p:spPr>
          <a:xfrm>
            <a:off x="2244971" y="1351803"/>
            <a:ext cx="4337009" cy="378392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a:p>
        </p:txBody>
      </p:sp>
      <p:sp>
        <p:nvSpPr>
          <p:cNvPr id="2" name="Title 1"/>
          <p:cNvSpPr>
            <a:spLocks noGrp="1"/>
          </p:cNvSpPr>
          <p:nvPr>
            <p:ph type="title"/>
          </p:nvPr>
        </p:nvSpPr>
        <p:spPr/>
        <p:txBody>
          <a:bodyPr/>
          <a:lstStyle/>
          <a:p>
            <a:r>
              <a:rPr lang="en-AU" dirty="0"/>
              <a:t>Architecture Design Review</a:t>
            </a:r>
          </a:p>
        </p:txBody>
      </p:sp>
      <p:sp>
        <p:nvSpPr>
          <p:cNvPr id="3" name="Text Placeholder 2"/>
          <p:cNvSpPr>
            <a:spLocks noGrp="1"/>
          </p:cNvSpPr>
          <p:nvPr>
            <p:ph type="body" sz="quarter" idx="14"/>
          </p:nvPr>
        </p:nvSpPr>
        <p:spPr/>
        <p:txBody>
          <a:bodyPr/>
          <a:lstStyle/>
          <a:p>
            <a:r>
              <a:rPr lang="en-US" dirty="0">
                <a:solidFill>
                  <a:schemeClr val="hlink"/>
                </a:solidFill>
              </a:rPr>
              <a:t>High Level Design</a:t>
            </a:r>
            <a:endParaRPr lang="en-AU" dirty="0"/>
          </a:p>
        </p:txBody>
      </p:sp>
      <p:sp>
        <p:nvSpPr>
          <p:cNvPr id="17" name="Slide Number Placeholder 3">
            <a:extLst>
              <a:ext uri="{FF2B5EF4-FFF2-40B4-BE49-F238E27FC236}">
                <a16:creationId xmlns:a16="http://schemas.microsoft.com/office/drawing/2014/main" id="{4DC7106A-6F7F-4643-B1D0-530EACACEC23}"/>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5</a:t>
            </a:fld>
            <a:endParaRPr lang="en-AU" dirty="0">
              <a:solidFill>
                <a:srgbClr val="000000"/>
              </a:solidFill>
            </a:endParaRPr>
          </a:p>
        </p:txBody>
      </p:sp>
    </p:spTree>
    <p:extLst>
      <p:ext uri="{BB962C8B-B14F-4D97-AF65-F5344CB8AC3E}">
        <p14:creationId xmlns:p14="http://schemas.microsoft.com/office/powerpoint/2010/main" val="4074286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p:txBody>
          <a:bodyPr/>
          <a:lstStyle/>
          <a:p>
            <a:r>
              <a:rPr lang="en-AU" dirty="0"/>
              <a:t>Infrastructure Architecture</a:t>
            </a:r>
          </a:p>
        </p:txBody>
      </p:sp>
      <p:sp>
        <p:nvSpPr>
          <p:cNvPr id="5" name="Slide Number Placeholder 4"/>
          <p:cNvSpPr>
            <a:spLocks noGrp="1"/>
          </p:cNvSpPr>
          <p:nvPr>
            <p:ph type="sldNum" sz="quarter" idx="16"/>
          </p:nvPr>
        </p:nvSpPr>
        <p:spPr/>
        <p:txBody>
          <a:bodyPr/>
          <a:lstStyle/>
          <a:p>
            <a:pPr>
              <a:defRPr/>
            </a:pPr>
            <a:fld id="{357A4ACC-D539-4EF9-A7CD-CDD4C63A7648}" type="slidenum">
              <a:rPr lang="en-AU" smtClean="0"/>
              <a:pPr>
                <a:defRPr/>
              </a:pPr>
              <a:t>6</a:t>
            </a:fld>
            <a:endParaRPr lang="en-AU"/>
          </a:p>
        </p:txBody>
      </p:sp>
      <p:sp>
        <p:nvSpPr>
          <p:cNvPr id="2" name="Title 1"/>
          <p:cNvSpPr>
            <a:spLocks noGrp="1"/>
          </p:cNvSpPr>
          <p:nvPr>
            <p:ph type="title"/>
          </p:nvPr>
        </p:nvSpPr>
        <p:spPr/>
        <p:txBody>
          <a:bodyPr/>
          <a:lstStyle/>
          <a:p>
            <a:r>
              <a:rPr lang="en-AU" dirty="0"/>
              <a:t>Architecture Design Review</a:t>
            </a:r>
          </a:p>
        </p:txBody>
      </p:sp>
    </p:spTree>
    <p:extLst>
      <p:ext uri="{BB962C8B-B14F-4D97-AF65-F5344CB8AC3E}">
        <p14:creationId xmlns:p14="http://schemas.microsoft.com/office/powerpoint/2010/main" val="343464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p:txBody>
          <a:bodyPr/>
          <a:lstStyle/>
          <a:p>
            <a:r>
              <a:rPr lang="en-AU"/>
              <a:t>Data Architecture</a:t>
            </a:r>
            <a:endParaRPr lang="en-AU" dirty="0"/>
          </a:p>
        </p:txBody>
      </p:sp>
      <p:sp>
        <p:nvSpPr>
          <p:cNvPr id="5" name="Slide Number Placeholder 4"/>
          <p:cNvSpPr>
            <a:spLocks noGrp="1"/>
          </p:cNvSpPr>
          <p:nvPr>
            <p:ph type="sldNum" sz="quarter" idx="16"/>
          </p:nvPr>
        </p:nvSpPr>
        <p:spPr/>
        <p:txBody>
          <a:bodyPr/>
          <a:lstStyle/>
          <a:p>
            <a:pPr>
              <a:defRPr/>
            </a:pPr>
            <a:fld id="{357A4ACC-D539-4EF9-A7CD-CDD4C63A7648}" type="slidenum">
              <a:rPr lang="en-AU" smtClean="0"/>
              <a:pPr>
                <a:defRPr/>
              </a:pPr>
              <a:t>7</a:t>
            </a:fld>
            <a:endParaRPr lang="en-AU"/>
          </a:p>
        </p:txBody>
      </p:sp>
      <p:sp>
        <p:nvSpPr>
          <p:cNvPr id="2" name="Title 1"/>
          <p:cNvSpPr>
            <a:spLocks noGrp="1"/>
          </p:cNvSpPr>
          <p:nvPr>
            <p:ph type="title"/>
          </p:nvPr>
        </p:nvSpPr>
        <p:spPr/>
        <p:txBody>
          <a:bodyPr/>
          <a:lstStyle/>
          <a:p>
            <a:r>
              <a:rPr lang="en-AU" dirty="0"/>
              <a:t>Architecture Design Review</a:t>
            </a:r>
          </a:p>
        </p:txBody>
      </p:sp>
      <p:sp>
        <p:nvSpPr>
          <p:cNvPr id="3" name="TextBox 2">
            <a:extLst>
              <a:ext uri="{FF2B5EF4-FFF2-40B4-BE49-F238E27FC236}">
                <a16:creationId xmlns:a16="http://schemas.microsoft.com/office/drawing/2014/main" id="{2014D731-34D6-4A83-85EA-8B23CF9A856C}"/>
              </a:ext>
            </a:extLst>
          </p:cNvPr>
          <p:cNvSpPr txBox="1"/>
          <p:nvPr/>
        </p:nvSpPr>
        <p:spPr>
          <a:xfrm>
            <a:off x="390698" y="1284316"/>
            <a:ext cx="8125942" cy="4062651"/>
          </a:xfrm>
          <a:prstGeom prst="rect">
            <a:avLst/>
          </a:prstGeom>
          <a:noFill/>
        </p:spPr>
        <p:txBody>
          <a:bodyPr wrap="none" rtlCol="0">
            <a:spAutoFit/>
          </a:bodyPr>
          <a:lstStyle/>
          <a:p>
            <a:r>
              <a:rPr lang="en-AU" sz="1000" dirty="0"/>
              <a:t>Questions / Items to consider when looking at a HLD from a Data Architecture perspective:</a:t>
            </a:r>
          </a:p>
          <a:p>
            <a:endParaRPr lang="en-AU" sz="1000" dirty="0"/>
          </a:p>
          <a:p>
            <a:pPr lvl="0"/>
            <a:r>
              <a:rPr lang="en-AU" sz="1000" dirty="0"/>
              <a:t>1. Who / What is moving or changing the data? </a:t>
            </a:r>
          </a:p>
          <a:p>
            <a:pPr lvl="1"/>
            <a:r>
              <a:rPr lang="en-AU" sz="1000" dirty="0"/>
              <a:t>From where to where?</a:t>
            </a:r>
          </a:p>
          <a:p>
            <a:pPr lvl="1"/>
            <a:r>
              <a:rPr lang="en-AU" sz="1000" dirty="0"/>
              <a:t>How is it being moved and how frequently?</a:t>
            </a:r>
          </a:p>
          <a:p>
            <a:pPr lvl="1"/>
            <a:r>
              <a:rPr lang="en-AU" sz="1000" dirty="0"/>
              <a:t>What Data Security is being overlayed to this process?</a:t>
            </a:r>
          </a:p>
          <a:p>
            <a:pPr lvl="1"/>
            <a:r>
              <a:rPr lang="en-AU" sz="1000" dirty="0"/>
              <a:t>What are the components doing with the data in relation to CRUD? Create / Read / Update / Delete</a:t>
            </a:r>
          </a:p>
          <a:p>
            <a:pPr lvl="0"/>
            <a:r>
              <a:rPr lang="en-AU" sz="1000" dirty="0"/>
              <a:t>2. Who / What else will have access to the data?</a:t>
            </a:r>
          </a:p>
          <a:p>
            <a:pPr lvl="1"/>
            <a:r>
              <a:rPr lang="en-AU" sz="1000" dirty="0"/>
              <a:t>How is it being accessed?</a:t>
            </a:r>
          </a:p>
          <a:p>
            <a:pPr lvl="1"/>
            <a:r>
              <a:rPr lang="en-AU" sz="1000" dirty="0"/>
              <a:t>What Data Security is being overlayed to that access?</a:t>
            </a:r>
          </a:p>
          <a:p>
            <a:pPr lvl="1"/>
            <a:r>
              <a:rPr lang="en-AU" sz="1000" dirty="0"/>
              <a:t>What is this access doing with the data in relation to CRUD? Create / Read / Update / Delete</a:t>
            </a:r>
          </a:p>
          <a:p>
            <a:pPr lvl="0"/>
            <a:r>
              <a:rPr lang="en-AU" sz="1000" dirty="0"/>
              <a:t>3. What Data is in play?</a:t>
            </a:r>
          </a:p>
          <a:p>
            <a:pPr lvl="1"/>
            <a:r>
              <a:rPr lang="en-AU" sz="1000" dirty="0"/>
              <a:t>Ideally Data Entities would be captured (grouping of attributes; e.g. Loyalty Tier, Customer Address, Device Configuration)</a:t>
            </a:r>
          </a:p>
          <a:p>
            <a:pPr lvl="1"/>
            <a:r>
              <a:rPr lang="en-AU" sz="1000" dirty="0"/>
              <a:t>Minimum of Data Subjects should be captured (grouping of entities; e.g. Customer, Loyalty, Gaming)</a:t>
            </a:r>
          </a:p>
          <a:p>
            <a:pPr lvl="1"/>
            <a:r>
              <a:rPr lang="en-AU" sz="1000" dirty="0"/>
              <a:t>What is the level of Data Security Classification relating to the data? Public, Confidential, etc. – Good to know to understand any risk</a:t>
            </a:r>
          </a:p>
          <a:p>
            <a:pPr lvl="0"/>
            <a:r>
              <a:rPr lang="en-AU" sz="1000" dirty="0"/>
              <a:t>4. Who / What is currently dependent on the data?</a:t>
            </a:r>
          </a:p>
          <a:p>
            <a:pPr lvl="1"/>
            <a:r>
              <a:rPr lang="en-AU" sz="1000" dirty="0"/>
              <a:t>Will they / it be impacted by these changes?</a:t>
            </a:r>
          </a:p>
          <a:p>
            <a:pPr lvl="1"/>
            <a:r>
              <a:rPr lang="en-AU" sz="1000" dirty="0"/>
              <a:t>How is that impact, if any, being managed?</a:t>
            </a:r>
          </a:p>
          <a:p>
            <a:pPr lvl="0"/>
            <a:r>
              <a:rPr lang="en-AU" sz="1000" dirty="0"/>
              <a:t>5. Are any mass changes required in the data as part of the solution?</a:t>
            </a:r>
          </a:p>
          <a:p>
            <a:pPr lvl="1"/>
            <a:r>
              <a:rPr lang="en-AU" sz="1000" dirty="0"/>
              <a:t>Who / What is impacted by the mass changes?</a:t>
            </a:r>
          </a:p>
          <a:p>
            <a:pPr lvl="1"/>
            <a:r>
              <a:rPr lang="en-AU" sz="1000" dirty="0"/>
              <a:t>Will the changes need to be sent anywhere else?</a:t>
            </a:r>
          </a:p>
          <a:p>
            <a:pPr lvl="1"/>
            <a:r>
              <a:rPr lang="en-AU" sz="1000" dirty="0"/>
              <a:t>Is there a data migration solution required?</a:t>
            </a:r>
          </a:p>
          <a:p>
            <a:pPr lvl="0"/>
            <a:r>
              <a:rPr lang="en-AU" sz="1000" dirty="0"/>
              <a:t>6. Are there any reporting or analytical requirements?</a:t>
            </a:r>
          </a:p>
          <a:p>
            <a:pPr lvl="1"/>
            <a:r>
              <a:rPr lang="en-AU" sz="1000" dirty="0"/>
              <a:t>If yes, how are they being delivered?</a:t>
            </a:r>
          </a:p>
          <a:p>
            <a:endParaRPr lang="en-AU" dirty="0"/>
          </a:p>
        </p:txBody>
      </p:sp>
    </p:spTree>
    <p:extLst>
      <p:ext uri="{BB962C8B-B14F-4D97-AF65-F5344CB8AC3E}">
        <p14:creationId xmlns:p14="http://schemas.microsoft.com/office/powerpoint/2010/main" val="492040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DCBB45A0-8649-47C5-8AEE-3550760ABC42}"/>
              </a:ext>
            </a:extLst>
          </p:cNvPr>
          <p:cNvSpPr txBox="1">
            <a:spLocks/>
          </p:cNvSpPr>
          <p:nvPr/>
        </p:nvSpPr>
        <p:spPr>
          <a:xfrm>
            <a:off x="336000" y="539391"/>
            <a:ext cx="11520000" cy="336000"/>
          </a:xfrm>
          <a:prstGeom prst="rect">
            <a:avLst/>
          </a:prstGeom>
        </p:spPr>
        <p:txBody>
          <a:bodyPr vert="horz" lIns="0" tIns="0" rIns="0" bIns="0" rtlCol="0">
            <a:noAutofit/>
          </a:bodyPr>
          <a:lstStyle>
            <a:lvl1pPr marL="0" indent="0" algn="l" defTabSz="914400" rtl="0" eaLnBrk="1" latinLnBrk="0" hangingPunct="1">
              <a:lnSpc>
                <a:spcPct val="85000"/>
              </a:lnSpc>
              <a:spcBef>
                <a:spcPts val="0"/>
              </a:spcBef>
              <a:spcAft>
                <a:spcPts val="0"/>
              </a:spcAft>
              <a:buFont typeface="Arial" pitchFamily="34" charset="0"/>
              <a:buNone/>
              <a:defRPr sz="2400" b="0" kern="1200" cap="all" baseline="0">
                <a:solidFill>
                  <a:schemeClr val="tx2"/>
                </a:solidFill>
                <a:latin typeface="+mj-lt"/>
                <a:ea typeface="+mn-ea"/>
                <a:cs typeface="Gotham Medium" pitchFamily="50" charset="0"/>
              </a:defRPr>
            </a:lvl1pPr>
            <a:lvl2pPr marL="0" indent="0" algn="l" defTabSz="914400" rtl="0" eaLnBrk="1" latinLnBrk="0" hangingPunct="1">
              <a:lnSpc>
                <a:spcPct val="85000"/>
              </a:lnSpc>
              <a:spcBef>
                <a:spcPts val="0"/>
              </a:spcBef>
              <a:spcAft>
                <a:spcPts val="600"/>
              </a:spcAft>
              <a:buFont typeface="Arial" pitchFamily="34" charset="0"/>
              <a:buNone/>
              <a:defRPr sz="1600" kern="1200" cap="none" baseline="0">
                <a:solidFill>
                  <a:schemeClr val="tx1"/>
                </a:solidFill>
                <a:latin typeface="+mn-lt"/>
                <a:ea typeface="+mn-ea"/>
                <a:cs typeface="Arial" pitchFamily="34" charset="0"/>
              </a:defRPr>
            </a:lvl2pPr>
            <a:lvl3pPr marL="0" indent="0" algn="l" defTabSz="914400" rtl="0" eaLnBrk="1" latinLnBrk="0" hangingPunct="1">
              <a:spcBef>
                <a:spcPts val="0"/>
              </a:spcBef>
              <a:spcAft>
                <a:spcPts val="600"/>
              </a:spcAft>
              <a:buFont typeface="Arial" pitchFamily="34" charset="0"/>
              <a:buNone/>
              <a:defRPr sz="1200" kern="1200" cap="none" baseline="0">
                <a:solidFill>
                  <a:schemeClr val="tx1"/>
                </a:solidFill>
                <a:latin typeface="+mn-lt"/>
                <a:ea typeface="+mn-ea"/>
                <a:cs typeface="Arial" pitchFamily="34" charset="0"/>
              </a:defRPr>
            </a:lvl3pPr>
            <a:lvl4pPr marL="180000" indent="-180000" algn="l" defTabSz="914400" rtl="0" eaLnBrk="1" latinLnBrk="0" hangingPunct="1">
              <a:spcBef>
                <a:spcPts val="0"/>
              </a:spcBef>
              <a:spcAft>
                <a:spcPts val="600"/>
              </a:spcAft>
              <a:buClr>
                <a:schemeClr val="tx2"/>
              </a:buClr>
              <a:buFont typeface="Wingdings" panose="05000000000000000000" pitchFamily="2" charset="2"/>
              <a:buChar char="Ø"/>
              <a:defRPr sz="1200" kern="1200">
                <a:solidFill>
                  <a:schemeClr val="tx1"/>
                </a:solidFill>
                <a:latin typeface="+mn-lt"/>
                <a:ea typeface="+mn-ea"/>
                <a:cs typeface="Arial" pitchFamily="34" charset="0"/>
              </a:defRPr>
            </a:lvl4pPr>
            <a:lvl5pPr marL="540000" indent="-180000" algn="l" defTabSz="914400" rtl="0" eaLnBrk="1" latinLnBrk="0" hangingPunct="1">
              <a:spcBef>
                <a:spcPts val="0"/>
              </a:spcBef>
              <a:spcAft>
                <a:spcPts val="600"/>
              </a:spcAft>
              <a:buClr>
                <a:schemeClr val="tx2"/>
              </a:buClr>
              <a:buFont typeface="Arial" panose="020B0604020202020204" pitchFamily="34" charset="0"/>
              <a:buChar char="•"/>
              <a:defRPr sz="1200" kern="1200" baseline="0">
                <a:solidFill>
                  <a:schemeClr val="tx1"/>
                </a:solidFill>
                <a:latin typeface="+mn-lt"/>
                <a:ea typeface="+mn-ea"/>
                <a:cs typeface="Arial" pitchFamily="34" charset="0"/>
              </a:defRPr>
            </a:lvl5pPr>
            <a:lvl6pPr marL="864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6pPr>
            <a:lvl7pPr marL="1188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7pPr>
            <a:lvl8pPr marL="1512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8pPr>
            <a:lvl9pPr marL="1836000" indent="-180000" algn="l" defTabSz="914400" rtl="0" eaLnBrk="1" latinLnBrk="0" hangingPunct="1">
              <a:spcBef>
                <a:spcPts val="0"/>
              </a:spcBef>
              <a:spcAft>
                <a:spcPts val="600"/>
              </a:spcAft>
              <a:buClr>
                <a:schemeClr val="tx2"/>
              </a:buClr>
              <a:buFont typeface="Gotham Light" pitchFamily="50" charset="0"/>
              <a:buChar char="–"/>
              <a:defRPr sz="1200" kern="1200">
                <a:solidFill>
                  <a:schemeClr val="tx1"/>
                </a:solidFill>
                <a:latin typeface="+mn-lt"/>
                <a:ea typeface="+mn-ea"/>
                <a:cs typeface="Arial" pitchFamily="34" charset="0"/>
              </a:defRPr>
            </a:lvl9pPr>
          </a:lstStyle>
          <a:p>
            <a:pPr marL="0" marR="0" lvl="0" indent="0" algn="l" defTabSz="914400" rtl="0" eaLnBrk="1" fontAlgn="auto" latinLnBrk="0" hangingPunct="1">
              <a:lnSpc>
                <a:spcPct val="85000"/>
              </a:lnSpc>
              <a:spcBef>
                <a:spcPts val="0"/>
              </a:spcBef>
              <a:spcAft>
                <a:spcPts val="0"/>
              </a:spcAft>
              <a:buClrTx/>
              <a:buSzTx/>
              <a:buFont typeface="Arial" pitchFamily="34" charset="0"/>
              <a:buNone/>
              <a:tabLst/>
              <a:defRPr/>
            </a:pPr>
            <a:r>
              <a:rPr kumimoji="0" lang="en-AU" sz="2400" b="0" i="0" u="none" strike="noStrike" kern="1200" cap="all" spc="0" normalizeH="0" baseline="0" noProof="0">
                <a:ln>
                  <a:noFill/>
                </a:ln>
                <a:solidFill>
                  <a:srgbClr val="000000"/>
                </a:solidFill>
                <a:effectLst/>
                <a:uLnTx/>
                <a:uFillTx/>
                <a:latin typeface="Arial"/>
                <a:ea typeface="+mn-ea"/>
              </a:rPr>
              <a:t>Monitoring / observability Architecture</a:t>
            </a:r>
            <a:endParaRPr kumimoji="0" lang="en-AU" sz="2400" b="0" i="0" u="none" strike="noStrike" kern="1200" cap="all" spc="0" normalizeH="0" baseline="0" noProof="0" dirty="0">
              <a:ln>
                <a:noFill/>
              </a:ln>
              <a:solidFill>
                <a:srgbClr val="000000"/>
              </a:solidFill>
              <a:effectLst/>
              <a:uLnTx/>
              <a:uFillTx/>
              <a:latin typeface="Arial"/>
              <a:ea typeface="+mn-ea"/>
            </a:endParaRPr>
          </a:p>
        </p:txBody>
      </p:sp>
      <p:sp>
        <p:nvSpPr>
          <p:cNvPr id="17" name="Slide Number Placeholder 4">
            <a:extLst>
              <a:ext uri="{FF2B5EF4-FFF2-40B4-BE49-F238E27FC236}">
                <a16:creationId xmlns:a16="http://schemas.microsoft.com/office/drawing/2014/main" id="{25C43893-1B2F-4163-98BC-B80FE118B669}"/>
              </a:ext>
            </a:extLst>
          </p:cNvPr>
          <p:cNvSpPr txBox="1">
            <a:spLocks/>
          </p:cNvSpPr>
          <p:nvPr/>
        </p:nvSpPr>
        <p:spPr>
          <a:xfrm>
            <a:off x="10432845" y="6512997"/>
            <a:ext cx="1422515" cy="216000"/>
          </a:xfrm>
          <a:prstGeom prst="rect">
            <a:avLst/>
          </a:prstGeom>
        </p:spPr>
        <p:txBody>
          <a:bodyPr vert="horz" lIns="0" tIns="0" rIns="0" bIns="0" rtlCol="0" anchor="ctr"/>
          <a:lstStyle>
            <a:defPPr>
              <a:defRPr lang="en-AU"/>
            </a:defPPr>
            <a:lvl1pPr algn="r" rtl="0" fontAlgn="base">
              <a:spcBef>
                <a:spcPct val="0"/>
              </a:spcBef>
              <a:spcAft>
                <a:spcPct val="0"/>
              </a:spcAft>
              <a:defRPr lang="en-AU" sz="1000" kern="1200" smtClean="0">
                <a:solidFill>
                  <a:schemeClr val="tx2"/>
                </a:solidFill>
                <a:latin typeface="+mn-lt"/>
                <a:ea typeface="+mn-ea"/>
                <a:cs typeface="Arial" pitchFamily="34" charset="0"/>
              </a:defRPr>
            </a:lvl1pPr>
            <a:lvl2pPr marL="457200" algn="l" rtl="0" fontAlgn="base">
              <a:spcBef>
                <a:spcPct val="0"/>
              </a:spcBef>
              <a:spcAft>
                <a:spcPct val="0"/>
              </a:spcAft>
              <a:defRPr kern="1200">
                <a:solidFill>
                  <a:schemeClr val="tx1"/>
                </a:solidFill>
                <a:latin typeface="Georgia" pitchFamily="18" charset="0"/>
                <a:ea typeface="+mn-ea"/>
                <a:cs typeface="Arial" charset="0"/>
              </a:defRPr>
            </a:lvl2pPr>
            <a:lvl3pPr marL="914400" algn="l" rtl="0" fontAlgn="base">
              <a:spcBef>
                <a:spcPct val="0"/>
              </a:spcBef>
              <a:spcAft>
                <a:spcPct val="0"/>
              </a:spcAft>
              <a:defRPr kern="1200">
                <a:solidFill>
                  <a:schemeClr val="tx1"/>
                </a:solidFill>
                <a:latin typeface="Georgia" pitchFamily="18" charset="0"/>
                <a:ea typeface="+mn-ea"/>
                <a:cs typeface="Arial" charset="0"/>
              </a:defRPr>
            </a:lvl3pPr>
            <a:lvl4pPr marL="1371600" algn="l" rtl="0" fontAlgn="base">
              <a:spcBef>
                <a:spcPct val="0"/>
              </a:spcBef>
              <a:spcAft>
                <a:spcPct val="0"/>
              </a:spcAft>
              <a:defRPr kern="1200">
                <a:solidFill>
                  <a:schemeClr val="tx1"/>
                </a:solidFill>
                <a:latin typeface="Georgia" pitchFamily="18" charset="0"/>
                <a:ea typeface="+mn-ea"/>
                <a:cs typeface="Arial" charset="0"/>
              </a:defRPr>
            </a:lvl4pPr>
            <a:lvl5pPr marL="1828800" algn="l" rtl="0" fontAlgn="base">
              <a:spcBef>
                <a:spcPct val="0"/>
              </a:spcBef>
              <a:spcAft>
                <a:spcPct val="0"/>
              </a:spcAft>
              <a:defRPr kern="1200">
                <a:solidFill>
                  <a:schemeClr val="tx1"/>
                </a:solidFill>
                <a:latin typeface="Georgia" pitchFamily="18" charset="0"/>
                <a:ea typeface="+mn-ea"/>
                <a:cs typeface="Arial" charset="0"/>
              </a:defRPr>
            </a:lvl5pPr>
            <a:lvl6pPr marL="2286000" algn="l" defTabSz="914400" rtl="0" eaLnBrk="1" latinLnBrk="0" hangingPunct="1">
              <a:defRPr kern="1200">
                <a:solidFill>
                  <a:schemeClr val="tx1"/>
                </a:solidFill>
                <a:latin typeface="Georgia" pitchFamily="18" charset="0"/>
                <a:ea typeface="+mn-ea"/>
                <a:cs typeface="Arial" charset="0"/>
              </a:defRPr>
            </a:lvl6pPr>
            <a:lvl7pPr marL="2743200" algn="l" defTabSz="914400" rtl="0" eaLnBrk="1" latinLnBrk="0" hangingPunct="1">
              <a:defRPr kern="1200">
                <a:solidFill>
                  <a:schemeClr val="tx1"/>
                </a:solidFill>
                <a:latin typeface="Georgia" pitchFamily="18" charset="0"/>
                <a:ea typeface="+mn-ea"/>
                <a:cs typeface="Arial" charset="0"/>
              </a:defRPr>
            </a:lvl7pPr>
            <a:lvl8pPr marL="3200400" algn="l" defTabSz="914400" rtl="0" eaLnBrk="1" latinLnBrk="0" hangingPunct="1">
              <a:defRPr kern="1200">
                <a:solidFill>
                  <a:schemeClr val="tx1"/>
                </a:solidFill>
                <a:latin typeface="Georgia" pitchFamily="18" charset="0"/>
                <a:ea typeface="+mn-ea"/>
                <a:cs typeface="Arial" charset="0"/>
              </a:defRPr>
            </a:lvl8pPr>
            <a:lvl9pPr marL="3657600" algn="l" defTabSz="914400" rtl="0" eaLnBrk="1" latinLnBrk="0" hangingPunct="1">
              <a:defRPr kern="1200">
                <a:solidFill>
                  <a:schemeClr val="tx1"/>
                </a:solidFill>
                <a:latin typeface="Georgia" pitchFamily="18"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57A4ACC-D539-4EF9-A7CD-CDD4C63A7648}" type="slidenum">
              <a:rPr kumimoji="0" lang="en-AU" sz="10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AU" sz="1000" b="0" i="0" u="none" strike="noStrike" kern="1200" cap="none" spc="0" normalizeH="0" baseline="0" noProof="0">
              <a:ln>
                <a:noFill/>
              </a:ln>
              <a:solidFill>
                <a:srgbClr val="000000"/>
              </a:solidFill>
              <a:effectLst/>
              <a:uLnTx/>
              <a:uFillTx/>
              <a:latin typeface="Arial"/>
              <a:ea typeface="+mn-ea"/>
              <a:cs typeface="Arial" pitchFamily="34" charset="0"/>
            </a:endParaRPr>
          </a:p>
        </p:txBody>
      </p:sp>
      <p:sp>
        <p:nvSpPr>
          <p:cNvPr id="18" name="Title 1">
            <a:extLst>
              <a:ext uri="{FF2B5EF4-FFF2-40B4-BE49-F238E27FC236}">
                <a16:creationId xmlns:a16="http://schemas.microsoft.com/office/drawing/2014/main" id="{9BCEA25B-24C7-45D5-8567-78B5E43BBE4B}"/>
              </a:ext>
            </a:extLst>
          </p:cNvPr>
          <p:cNvSpPr txBox="1">
            <a:spLocks/>
          </p:cNvSpPr>
          <p:nvPr/>
        </p:nvSpPr>
        <p:spPr>
          <a:xfrm>
            <a:off x="336000" y="216000"/>
            <a:ext cx="11520000" cy="2880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2400" kern="1200" cap="all" baseline="0">
                <a:solidFill>
                  <a:schemeClr val="accent1"/>
                </a:solidFill>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AU" sz="2400" b="0" i="0" u="none" strike="noStrike" kern="1200" cap="all" spc="0" normalizeH="0" baseline="0" noProof="0">
                <a:ln>
                  <a:noFill/>
                </a:ln>
                <a:solidFill>
                  <a:srgbClr val="C4A54B"/>
                </a:solidFill>
                <a:effectLst/>
                <a:uLnTx/>
                <a:uFillTx/>
                <a:latin typeface="Arial"/>
                <a:ea typeface="+mj-ea"/>
                <a:cs typeface="Arial" pitchFamily="34" charset="0"/>
              </a:rPr>
              <a:t>Architecture Design Review</a:t>
            </a:r>
            <a:endParaRPr kumimoji="0" lang="en-AU" sz="2400" b="0" i="0" u="none" strike="noStrike" kern="1200" cap="all" spc="0" normalizeH="0" baseline="0" noProof="0" dirty="0">
              <a:ln>
                <a:noFill/>
              </a:ln>
              <a:solidFill>
                <a:srgbClr val="C4A54B"/>
              </a:solidFill>
              <a:effectLst/>
              <a:uLnTx/>
              <a:uFillTx/>
              <a:latin typeface="Arial"/>
              <a:ea typeface="+mj-ea"/>
              <a:cs typeface="Arial" pitchFamily="34" charset="0"/>
            </a:endParaRPr>
          </a:p>
        </p:txBody>
      </p:sp>
      <p:sp>
        <p:nvSpPr>
          <p:cNvPr id="20" name="Rectangle 19">
            <a:extLst>
              <a:ext uri="{FF2B5EF4-FFF2-40B4-BE49-F238E27FC236}">
                <a16:creationId xmlns:a16="http://schemas.microsoft.com/office/drawing/2014/main" id="{B7900692-B836-4E06-9474-4B1AC20EB563}"/>
              </a:ext>
            </a:extLst>
          </p:cNvPr>
          <p:cNvSpPr/>
          <p:nvPr/>
        </p:nvSpPr>
        <p:spPr>
          <a:xfrm>
            <a:off x="335999" y="966824"/>
            <a:ext cx="11519361" cy="40011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Arial Body"/>
                <a:ea typeface="+mn-ea"/>
                <a:cs typeface="Arial" charset="0"/>
              </a:rPr>
              <a:t>&lt;Purpose: To ensure solution/designs provide suitable monitoring / observability capabilities to predict/detect/notify of issues to system elements including infrastructure, system interfaces, applications/services, transactional and or user experience metrics&gt;</a:t>
            </a:r>
          </a:p>
        </p:txBody>
      </p:sp>
      <p:graphicFrame>
        <p:nvGraphicFramePr>
          <p:cNvPr id="4" name="Table 3">
            <a:extLst>
              <a:ext uri="{FF2B5EF4-FFF2-40B4-BE49-F238E27FC236}">
                <a16:creationId xmlns:a16="http://schemas.microsoft.com/office/drawing/2014/main" id="{73693051-8CBE-450D-A605-BD0159C8928E}"/>
              </a:ext>
            </a:extLst>
          </p:cNvPr>
          <p:cNvGraphicFramePr>
            <a:graphicFrameLocks noGrp="1"/>
          </p:cNvGraphicFramePr>
          <p:nvPr/>
        </p:nvGraphicFramePr>
        <p:xfrm>
          <a:off x="356913" y="1658837"/>
          <a:ext cx="11670329" cy="2217686"/>
        </p:xfrm>
        <a:graphic>
          <a:graphicData uri="http://schemas.openxmlformats.org/drawingml/2006/table">
            <a:tbl>
              <a:tblPr firstRow="1" firstCol="1" bandRow="1">
                <a:tableStyleId>{1E171933-4619-4E11-9A3F-F7608DF75F80}</a:tableStyleId>
              </a:tblPr>
              <a:tblGrid>
                <a:gridCol w="2130914">
                  <a:extLst>
                    <a:ext uri="{9D8B030D-6E8A-4147-A177-3AD203B41FA5}">
                      <a16:colId xmlns:a16="http://schemas.microsoft.com/office/drawing/2014/main" val="1492985371"/>
                    </a:ext>
                  </a:extLst>
                </a:gridCol>
                <a:gridCol w="1474573">
                  <a:extLst>
                    <a:ext uri="{9D8B030D-6E8A-4147-A177-3AD203B41FA5}">
                      <a16:colId xmlns:a16="http://schemas.microsoft.com/office/drawing/2014/main" val="3783256846"/>
                    </a:ext>
                  </a:extLst>
                </a:gridCol>
                <a:gridCol w="2560864">
                  <a:extLst>
                    <a:ext uri="{9D8B030D-6E8A-4147-A177-3AD203B41FA5}">
                      <a16:colId xmlns:a16="http://schemas.microsoft.com/office/drawing/2014/main" val="3925205761"/>
                    </a:ext>
                  </a:extLst>
                </a:gridCol>
                <a:gridCol w="1592842">
                  <a:extLst>
                    <a:ext uri="{9D8B030D-6E8A-4147-A177-3AD203B41FA5}">
                      <a16:colId xmlns:a16="http://schemas.microsoft.com/office/drawing/2014/main" val="1487616259"/>
                    </a:ext>
                  </a:extLst>
                </a:gridCol>
                <a:gridCol w="1468541">
                  <a:extLst>
                    <a:ext uri="{9D8B030D-6E8A-4147-A177-3AD203B41FA5}">
                      <a16:colId xmlns:a16="http://schemas.microsoft.com/office/drawing/2014/main" val="2575648740"/>
                    </a:ext>
                  </a:extLst>
                </a:gridCol>
                <a:gridCol w="2442595">
                  <a:extLst>
                    <a:ext uri="{9D8B030D-6E8A-4147-A177-3AD203B41FA5}">
                      <a16:colId xmlns:a16="http://schemas.microsoft.com/office/drawing/2014/main" val="1620805501"/>
                    </a:ext>
                  </a:extLst>
                </a:gridCol>
              </a:tblGrid>
              <a:tr h="673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Solution Component</a:t>
                      </a:r>
                      <a:endParaRPr lang="en-AU" sz="1200" b="1" kern="1200" dirty="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Monitoring Tool</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Type Of Monitoring</a:t>
                      </a:r>
                      <a:br>
                        <a:rPr lang="en-AU" sz="1200" kern="1200" dirty="0">
                          <a:effectLst/>
                        </a:rPr>
                      </a:br>
                      <a:r>
                        <a:rPr lang="en-AU" sz="1200" kern="1200" dirty="0">
                          <a:effectLst/>
                        </a:rPr>
                        <a:t>(Application, Infrastructure, Transactional, Security, All-Inclusive)</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Environment </a:t>
                      </a:r>
                      <a:br>
                        <a:rPr lang="en-AU" sz="1200" kern="1200" dirty="0">
                          <a:effectLst/>
                        </a:rPr>
                      </a:br>
                      <a:r>
                        <a:rPr lang="en-AU" sz="1200" kern="1200" dirty="0">
                          <a:effectLst/>
                        </a:rPr>
                        <a:t>(Prod, DEV, SIT etc..)</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Licensing</a:t>
                      </a:r>
                      <a:br>
                        <a:rPr lang="en-AU" sz="1200" kern="1200" dirty="0">
                          <a:effectLst/>
                        </a:rPr>
                      </a:br>
                      <a:r>
                        <a:rPr lang="en-AU" sz="1200" kern="1200" dirty="0">
                          <a:effectLst/>
                        </a:rPr>
                        <a:t>(Required, Covered)</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Solution Outcome</a:t>
                      </a:r>
                      <a:br>
                        <a:rPr lang="en-AU" sz="1200" kern="1200" dirty="0">
                          <a:effectLst/>
                        </a:rPr>
                      </a:br>
                      <a:r>
                        <a:rPr lang="en-AU" sz="1200" kern="1200" dirty="0">
                          <a:effectLst/>
                        </a:rPr>
                        <a:t>(Availability, Performance,  Security, Business, All-Inclusive </a:t>
                      </a:r>
                      <a:endParaRPr lang="en-AU" sz="1200" b="1" kern="1200" dirty="0">
                        <a:solidFill>
                          <a:schemeClr val="lt1"/>
                        </a:solidFill>
                        <a:effectLst/>
                        <a:latin typeface="+mn-lt"/>
                        <a:ea typeface="+mn-ea"/>
                        <a:cs typeface="+mn-cs"/>
                      </a:endParaRPr>
                    </a:p>
                  </a:txBody>
                  <a:tcPr marL="68580" marR="68580" marT="0" marB="0" anchor="b">
                    <a:lnL>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75000"/>
                      </a:schemeClr>
                    </a:solidFill>
                  </a:tcPr>
                </a:tc>
                <a:extLst>
                  <a:ext uri="{0D108BD9-81ED-4DB2-BD59-A6C34878D82A}">
                    <a16:rowId xmlns:a16="http://schemas.microsoft.com/office/drawing/2014/main" val="1019178573"/>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Synkros Server Hardware</a:t>
                      </a:r>
                      <a:endParaRPr lang="en-AU" sz="1200" b="1" kern="120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SCOM, HP…</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Infrastructure</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 Prod, UAT</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Covered</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 All-Inclusive</a:t>
                      </a:r>
                      <a:endParaRPr lang="en-AU" sz="1200" b="1" kern="1200" dirty="0">
                        <a:solidFill>
                          <a:schemeClr val="lt1"/>
                        </a:solidFill>
                        <a:effectLst/>
                        <a:latin typeface="+mn-lt"/>
                        <a:ea typeface="+mn-ea"/>
                        <a:cs typeface="+mn-cs"/>
                      </a:endParaRPr>
                    </a:p>
                  </a:txBody>
                  <a:tcPr marL="68580" marR="68580" marT="0" marB="0">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11508305"/>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Synkros Database</a:t>
                      </a:r>
                      <a:endParaRPr lang="en-AU" sz="1200" b="1" kern="1200" dirty="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Oracle OEM</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Application, Transactional</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 Prod, UAT</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Covered</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vMerge="1">
                  <a:txBody>
                    <a:bodyPr/>
                    <a:lstStyle/>
                    <a:p>
                      <a:endParaRPr lang="en-AU"/>
                    </a:p>
                  </a:txBody>
                  <a:tcPr/>
                </a:tc>
                <a:extLst>
                  <a:ext uri="{0D108BD9-81ED-4DB2-BD59-A6C34878D82A}">
                    <a16:rowId xmlns:a16="http://schemas.microsoft.com/office/drawing/2014/main" val="1292569052"/>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Synkros Network/Security</a:t>
                      </a:r>
                      <a:endParaRPr lang="en-AU" sz="1200" b="1" kern="120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AKIPS, Panorama…</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Infrastructure, Security</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 Prod, UAT</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Covered</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vMerge="1">
                  <a:txBody>
                    <a:bodyPr/>
                    <a:lstStyle/>
                    <a:p>
                      <a:endParaRPr lang="en-AU"/>
                    </a:p>
                  </a:txBody>
                  <a:tcPr/>
                </a:tc>
                <a:extLst>
                  <a:ext uri="{0D108BD9-81ED-4DB2-BD59-A6C34878D82A}">
                    <a16:rowId xmlns:a16="http://schemas.microsoft.com/office/drawing/2014/main" val="463764020"/>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Synkros XML Interface</a:t>
                      </a:r>
                      <a:endParaRPr lang="en-AU" sz="1200" b="1" kern="120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Dynatrace</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Application, Transactional</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 Prod, UAT</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Covered</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vMerge="1">
                  <a:txBody>
                    <a:bodyPr/>
                    <a:lstStyle/>
                    <a:p>
                      <a:endParaRPr lang="en-AU"/>
                    </a:p>
                  </a:txBody>
                  <a:tcPr/>
                </a:tc>
                <a:extLst>
                  <a:ext uri="{0D108BD9-81ED-4DB2-BD59-A6C34878D82A}">
                    <a16:rowId xmlns:a16="http://schemas.microsoft.com/office/drawing/2014/main" val="3279502123"/>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Synkros S2S Interface</a:t>
                      </a:r>
                      <a:endParaRPr lang="en-AU" sz="1200" b="1" kern="120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a:effectLst/>
                        </a:rPr>
                        <a:t>Dynatrace</a:t>
                      </a: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Application, Transactional</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 Prod, UAT</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Covered</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vMerge="1">
                  <a:txBody>
                    <a:bodyPr/>
                    <a:lstStyle/>
                    <a:p>
                      <a:endParaRPr lang="en-AU"/>
                    </a:p>
                  </a:txBody>
                  <a:tcPr/>
                </a:tc>
                <a:extLst>
                  <a:ext uri="{0D108BD9-81ED-4DB2-BD59-A6C34878D82A}">
                    <a16:rowId xmlns:a16="http://schemas.microsoft.com/office/drawing/2014/main" val="1248962331"/>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Other (SaaS)</a:t>
                      </a:r>
                      <a:endParaRPr lang="en-AU" sz="1200" b="1" kern="1200" dirty="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Vendor Provided</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 Application, Transactional</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 Prod, UAT</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effectLst/>
                        </a:rPr>
                        <a:t>Covered</a:t>
                      </a: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vMerge="1">
                  <a:txBody>
                    <a:bodyPr/>
                    <a:lstStyle/>
                    <a:p>
                      <a:endParaRPr lang="en-AU"/>
                    </a:p>
                  </a:txBody>
                  <a:tcPr/>
                </a:tc>
                <a:extLst>
                  <a:ext uri="{0D108BD9-81ED-4DB2-BD59-A6C34878D82A}">
                    <a16:rowId xmlns:a16="http://schemas.microsoft.com/office/drawing/2014/main" val="1358952964"/>
                  </a:ext>
                </a:extLst>
              </a:tr>
              <a:tr h="220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dirty="0">
                        <a:solidFill>
                          <a:schemeClr val="lt1"/>
                        </a:solidFill>
                        <a:effectLst/>
                        <a:latin typeface="+mn-lt"/>
                        <a:ea typeface="+mn-ea"/>
                        <a:cs typeface="+mn-cs"/>
                      </a:endParaRPr>
                    </a:p>
                  </a:txBody>
                  <a:tcPr marL="68580" marR="68580" marT="0"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dirty="0">
                        <a:solidFill>
                          <a:schemeClr val="lt1"/>
                        </a:solidFill>
                        <a:effectLst/>
                        <a:latin typeface="+mn-lt"/>
                        <a:ea typeface="+mn-ea"/>
                        <a:cs typeface="+mn-cs"/>
                      </a:endParaRPr>
                    </a:p>
                  </a:txBody>
                  <a:tcPr marL="68580" marR="68580" marT="0"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dirty="0">
                        <a:solidFill>
                          <a:schemeClr val="lt1"/>
                        </a:solidFill>
                        <a:effectLst/>
                        <a:latin typeface="+mn-lt"/>
                        <a:ea typeface="+mn-ea"/>
                        <a:cs typeface="+mn-cs"/>
                      </a:endParaRPr>
                    </a:p>
                  </a:txBody>
                  <a:tcPr marL="68580" marR="68580" marT="0" marB="0">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22295151"/>
                  </a:ext>
                </a:extLst>
              </a:tr>
            </a:tbl>
          </a:graphicData>
        </a:graphic>
      </p:graphicFrame>
      <p:sp>
        <p:nvSpPr>
          <p:cNvPr id="5" name="Rectangle 2">
            <a:extLst>
              <a:ext uri="{FF2B5EF4-FFF2-40B4-BE49-F238E27FC236}">
                <a16:creationId xmlns:a16="http://schemas.microsoft.com/office/drawing/2014/main" id="{69CF6E1D-157F-44D3-831B-A708B3704FEA}"/>
              </a:ext>
            </a:extLst>
          </p:cNvPr>
          <p:cNvSpPr>
            <a:spLocks noChangeArrowheads="1"/>
          </p:cNvSpPr>
          <p:nvPr/>
        </p:nvSpPr>
        <p:spPr bwMode="auto">
          <a:xfrm>
            <a:off x="1397000" y="28209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11" name="Rectangle 10">
            <a:extLst>
              <a:ext uri="{FF2B5EF4-FFF2-40B4-BE49-F238E27FC236}">
                <a16:creationId xmlns:a16="http://schemas.microsoft.com/office/drawing/2014/main" id="{CC6E9C11-A7F7-40BB-AC40-236E0CFF8C64}"/>
              </a:ext>
            </a:extLst>
          </p:cNvPr>
          <p:cNvSpPr/>
          <p:nvPr/>
        </p:nvSpPr>
        <p:spPr>
          <a:xfrm>
            <a:off x="356913" y="3962732"/>
            <a:ext cx="11615350" cy="2734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ounded Rectangle 13">
            <a:extLst>
              <a:ext uri="{FF2B5EF4-FFF2-40B4-BE49-F238E27FC236}">
                <a16:creationId xmlns:a16="http://schemas.microsoft.com/office/drawing/2014/main" id="{3801EA9A-9FAA-4100-ACBB-46ACD3B99826}"/>
              </a:ext>
            </a:extLst>
          </p:cNvPr>
          <p:cNvSpPr/>
          <p:nvPr/>
        </p:nvSpPr>
        <p:spPr>
          <a:xfrm>
            <a:off x="2285337" y="5208098"/>
            <a:ext cx="4949392" cy="815078"/>
          </a:xfrm>
          <a:prstGeom prst="roundRect">
            <a:avLst/>
          </a:prstGeom>
          <a:noFill/>
          <a:ln w="25400" cap="sq" cmpd="dbl" algn="ctr">
            <a:solidFill>
              <a:srgbClr val="C4A54B">
                <a:shade val="50000"/>
              </a:srgbClr>
            </a:solidFill>
            <a:prstDash val="solid"/>
            <a:bevel/>
          </a:ln>
          <a:effectLst/>
        </p:spPr>
        <p:txBody>
          <a:bodyPr lIns="80147" tIns="40074" rIns="80147" bIns="40074"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a:noFill/>
              </a:ln>
              <a:solidFill>
                <a:prstClr val="white"/>
              </a:solidFill>
              <a:effectLst/>
              <a:uLnTx/>
              <a:uFillTx/>
              <a:latin typeface="Arial"/>
              <a:ea typeface="+mn-ea"/>
              <a:cs typeface="Arial" charset="0"/>
            </a:endParaRPr>
          </a:p>
        </p:txBody>
      </p:sp>
      <p:sp>
        <p:nvSpPr>
          <p:cNvPr id="154" name="Rectangle 153">
            <a:extLst>
              <a:ext uri="{FF2B5EF4-FFF2-40B4-BE49-F238E27FC236}">
                <a16:creationId xmlns:a16="http://schemas.microsoft.com/office/drawing/2014/main" id="{1AEF06EA-F3A5-4EF1-9DED-4BF281B8C22D}"/>
              </a:ext>
            </a:extLst>
          </p:cNvPr>
          <p:cNvSpPr/>
          <p:nvPr/>
        </p:nvSpPr>
        <p:spPr>
          <a:xfrm>
            <a:off x="5673205" y="5654800"/>
            <a:ext cx="1125204" cy="267930"/>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lIns="36000" rIns="36000" rtlCol="0" anchor="ctr">
            <a:no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Database Metrics</a:t>
            </a:r>
          </a:p>
        </p:txBody>
      </p:sp>
      <p:sp>
        <p:nvSpPr>
          <p:cNvPr id="155" name="Rectangle 154">
            <a:extLst>
              <a:ext uri="{FF2B5EF4-FFF2-40B4-BE49-F238E27FC236}">
                <a16:creationId xmlns:a16="http://schemas.microsoft.com/office/drawing/2014/main" id="{C9D93F31-C5A8-455A-B467-97AF0F7159EB}"/>
              </a:ext>
            </a:extLst>
          </p:cNvPr>
          <p:cNvSpPr/>
          <p:nvPr/>
        </p:nvSpPr>
        <p:spPr>
          <a:xfrm>
            <a:off x="4200642" y="5665473"/>
            <a:ext cx="1174928" cy="257255"/>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Network Metrics</a:t>
            </a:r>
          </a:p>
        </p:txBody>
      </p:sp>
      <p:sp>
        <p:nvSpPr>
          <p:cNvPr id="156" name="Rectangle 155">
            <a:extLst>
              <a:ext uri="{FF2B5EF4-FFF2-40B4-BE49-F238E27FC236}">
                <a16:creationId xmlns:a16="http://schemas.microsoft.com/office/drawing/2014/main" id="{FE4E8F09-1C46-4106-8652-DD2D317D98F1}"/>
              </a:ext>
            </a:extLst>
          </p:cNvPr>
          <p:cNvSpPr/>
          <p:nvPr/>
        </p:nvSpPr>
        <p:spPr>
          <a:xfrm>
            <a:off x="2735425" y="5652087"/>
            <a:ext cx="1236350" cy="248791"/>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Log Information</a:t>
            </a:r>
          </a:p>
        </p:txBody>
      </p:sp>
      <p:sp>
        <p:nvSpPr>
          <p:cNvPr id="157" name="Rectangle 156">
            <a:extLst>
              <a:ext uri="{FF2B5EF4-FFF2-40B4-BE49-F238E27FC236}">
                <a16:creationId xmlns:a16="http://schemas.microsoft.com/office/drawing/2014/main" id="{0D307829-6785-4C3F-8864-2D83CDF3FFB1}"/>
              </a:ext>
            </a:extLst>
          </p:cNvPr>
          <p:cNvSpPr/>
          <p:nvPr/>
        </p:nvSpPr>
        <p:spPr>
          <a:xfrm>
            <a:off x="2735426" y="5318868"/>
            <a:ext cx="1236348" cy="248791"/>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OS Metrics</a:t>
            </a:r>
          </a:p>
        </p:txBody>
      </p:sp>
      <p:sp>
        <p:nvSpPr>
          <p:cNvPr id="158" name="Rectangle 157">
            <a:extLst>
              <a:ext uri="{FF2B5EF4-FFF2-40B4-BE49-F238E27FC236}">
                <a16:creationId xmlns:a16="http://schemas.microsoft.com/office/drawing/2014/main" id="{3D7EDA1E-D5E1-4DBE-99CA-708DFD68A11B}"/>
              </a:ext>
            </a:extLst>
          </p:cNvPr>
          <p:cNvSpPr/>
          <p:nvPr/>
        </p:nvSpPr>
        <p:spPr>
          <a:xfrm>
            <a:off x="2291687" y="6231511"/>
            <a:ext cx="945229" cy="400023"/>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Network / Devices</a:t>
            </a:r>
          </a:p>
        </p:txBody>
      </p:sp>
      <p:sp>
        <p:nvSpPr>
          <p:cNvPr id="159" name="Rectangle 158">
            <a:extLst>
              <a:ext uri="{FF2B5EF4-FFF2-40B4-BE49-F238E27FC236}">
                <a16:creationId xmlns:a16="http://schemas.microsoft.com/office/drawing/2014/main" id="{488FC2D8-F3BD-457B-AB33-B56A2C4B5F34}"/>
              </a:ext>
            </a:extLst>
          </p:cNvPr>
          <p:cNvSpPr/>
          <p:nvPr/>
        </p:nvSpPr>
        <p:spPr>
          <a:xfrm>
            <a:off x="4408984" y="6231511"/>
            <a:ext cx="1004668" cy="400023"/>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Containers / Serverless</a:t>
            </a:r>
          </a:p>
        </p:txBody>
      </p:sp>
      <p:sp>
        <p:nvSpPr>
          <p:cNvPr id="160" name="Rectangle 159">
            <a:extLst>
              <a:ext uri="{FF2B5EF4-FFF2-40B4-BE49-F238E27FC236}">
                <a16:creationId xmlns:a16="http://schemas.microsoft.com/office/drawing/2014/main" id="{657C4574-2FAA-4DF9-B224-ECBC9E1C7E42}"/>
              </a:ext>
            </a:extLst>
          </p:cNvPr>
          <p:cNvSpPr/>
          <p:nvPr/>
        </p:nvSpPr>
        <p:spPr>
          <a:xfrm>
            <a:off x="3349126" y="6231511"/>
            <a:ext cx="945229" cy="400023"/>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Servers</a:t>
            </a:r>
          </a:p>
        </p:txBody>
      </p:sp>
      <p:sp>
        <p:nvSpPr>
          <p:cNvPr id="161" name="Rectangle 160">
            <a:extLst>
              <a:ext uri="{FF2B5EF4-FFF2-40B4-BE49-F238E27FC236}">
                <a16:creationId xmlns:a16="http://schemas.microsoft.com/office/drawing/2014/main" id="{3E67F9BD-93F7-4812-BCF8-E4595DDF3904}"/>
              </a:ext>
            </a:extLst>
          </p:cNvPr>
          <p:cNvSpPr/>
          <p:nvPr/>
        </p:nvSpPr>
        <p:spPr>
          <a:xfrm>
            <a:off x="5521430" y="6231511"/>
            <a:ext cx="869849" cy="400023"/>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Databases</a:t>
            </a:r>
          </a:p>
        </p:txBody>
      </p:sp>
      <p:sp>
        <p:nvSpPr>
          <p:cNvPr id="162" name="Rectangle 161">
            <a:extLst>
              <a:ext uri="{FF2B5EF4-FFF2-40B4-BE49-F238E27FC236}">
                <a16:creationId xmlns:a16="http://schemas.microsoft.com/office/drawing/2014/main" id="{E2FA48D8-17C9-4C3C-992A-D34B9A48D8C1}"/>
              </a:ext>
            </a:extLst>
          </p:cNvPr>
          <p:cNvSpPr/>
          <p:nvPr/>
        </p:nvSpPr>
        <p:spPr>
          <a:xfrm>
            <a:off x="6493757" y="6231511"/>
            <a:ext cx="926680" cy="400023"/>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Applications</a:t>
            </a:r>
          </a:p>
        </p:txBody>
      </p:sp>
      <p:cxnSp>
        <p:nvCxnSpPr>
          <p:cNvPr id="163" name="Straight Arrow Connector 162">
            <a:extLst>
              <a:ext uri="{FF2B5EF4-FFF2-40B4-BE49-F238E27FC236}">
                <a16:creationId xmlns:a16="http://schemas.microsoft.com/office/drawing/2014/main" id="{B2DD1A78-1485-4BAD-94BA-7CF25D9801A7}"/>
              </a:ext>
            </a:extLst>
          </p:cNvPr>
          <p:cNvCxnSpPr>
            <a:cxnSpLocks/>
            <a:stCxn id="158" idx="0"/>
          </p:cNvCxnSpPr>
          <p:nvPr/>
        </p:nvCxnSpPr>
        <p:spPr>
          <a:xfrm flipV="1">
            <a:off x="2764302" y="6023176"/>
            <a:ext cx="0" cy="208335"/>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64" name="Straight Arrow Connector 163">
            <a:extLst>
              <a:ext uri="{FF2B5EF4-FFF2-40B4-BE49-F238E27FC236}">
                <a16:creationId xmlns:a16="http://schemas.microsoft.com/office/drawing/2014/main" id="{BF12AF29-7D58-4D5D-9D14-A88221148F97}"/>
              </a:ext>
            </a:extLst>
          </p:cNvPr>
          <p:cNvCxnSpPr>
            <a:cxnSpLocks/>
          </p:cNvCxnSpPr>
          <p:nvPr/>
        </p:nvCxnSpPr>
        <p:spPr>
          <a:xfrm flipV="1">
            <a:off x="6865802" y="6024329"/>
            <a:ext cx="4521" cy="231069"/>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65" name="Straight Arrow Connector 164">
            <a:extLst>
              <a:ext uri="{FF2B5EF4-FFF2-40B4-BE49-F238E27FC236}">
                <a16:creationId xmlns:a16="http://schemas.microsoft.com/office/drawing/2014/main" id="{24BEB6A6-E134-45E7-94E8-4F4BA4F1AF4B}"/>
              </a:ext>
            </a:extLst>
          </p:cNvPr>
          <p:cNvCxnSpPr>
            <a:cxnSpLocks/>
          </p:cNvCxnSpPr>
          <p:nvPr/>
        </p:nvCxnSpPr>
        <p:spPr>
          <a:xfrm flipV="1">
            <a:off x="5963428" y="6024329"/>
            <a:ext cx="0" cy="226852"/>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66" name="Straight Arrow Connector 165">
            <a:extLst>
              <a:ext uri="{FF2B5EF4-FFF2-40B4-BE49-F238E27FC236}">
                <a16:creationId xmlns:a16="http://schemas.microsoft.com/office/drawing/2014/main" id="{15997072-F8FC-42FC-91D2-3FA34A1CC450}"/>
              </a:ext>
            </a:extLst>
          </p:cNvPr>
          <p:cNvCxnSpPr>
            <a:cxnSpLocks/>
          </p:cNvCxnSpPr>
          <p:nvPr/>
        </p:nvCxnSpPr>
        <p:spPr>
          <a:xfrm flipV="1">
            <a:off x="4917297" y="6024329"/>
            <a:ext cx="0" cy="220648"/>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67" name="Straight Arrow Connector 166">
            <a:extLst>
              <a:ext uri="{FF2B5EF4-FFF2-40B4-BE49-F238E27FC236}">
                <a16:creationId xmlns:a16="http://schemas.microsoft.com/office/drawing/2014/main" id="{EDFDCCF9-05FB-495F-9EE4-5479FDE6ADDE}"/>
              </a:ext>
            </a:extLst>
          </p:cNvPr>
          <p:cNvCxnSpPr>
            <a:cxnSpLocks/>
          </p:cNvCxnSpPr>
          <p:nvPr/>
        </p:nvCxnSpPr>
        <p:spPr>
          <a:xfrm flipV="1">
            <a:off x="3877513" y="6024329"/>
            <a:ext cx="0" cy="220648"/>
          </a:xfrm>
          <a:prstGeom prst="straightConnector1">
            <a:avLst/>
          </a:prstGeom>
          <a:noFill/>
          <a:ln w="28575" cap="flat" cmpd="sng" algn="ctr">
            <a:solidFill>
              <a:srgbClr val="C4A54B">
                <a:shade val="95000"/>
                <a:satMod val="105000"/>
              </a:srgbClr>
            </a:solidFill>
            <a:prstDash val="solid"/>
            <a:tailEnd type="triangle" w="lg" len="med"/>
          </a:ln>
          <a:effectLst/>
        </p:spPr>
      </p:cxnSp>
      <p:sp>
        <p:nvSpPr>
          <p:cNvPr id="168" name="TextBox 167">
            <a:extLst>
              <a:ext uri="{FF2B5EF4-FFF2-40B4-BE49-F238E27FC236}">
                <a16:creationId xmlns:a16="http://schemas.microsoft.com/office/drawing/2014/main" id="{2D170606-DD50-44A4-AD36-9339A229DADA}"/>
              </a:ext>
            </a:extLst>
          </p:cNvPr>
          <p:cNvSpPr txBox="1"/>
          <p:nvPr/>
        </p:nvSpPr>
        <p:spPr>
          <a:xfrm>
            <a:off x="2363576" y="5133507"/>
            <a:ext cx="2335886" cy="234819"/>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Arial" charset="0"/>
              </a:rPr>
              <a:t>Metrics</a:t>
            </a:r>
          </a:p>
        </p:txBody>
      </p:sp>
      <p:sp>
        <p:nvSpPr>
          <p:cNvPr id="169" name="Rounded Rectangle 13">
            <a:extLst>
              <a:ext uri="{FF2B5EF4-FFF2-40B4-BE49-F238E27FC236}">
                <a16:creationId xmlns:a16="http://schemas.microsoft.com/office/drawing/2014/main" id="{40CC4266-BCA3-4486-94D9-B72F0FDE1585}"/>
              </a:ext>
            </a:extLst>
          </p:cNvPr>
          <p:cNvSpPr/>
          <p:nvPr/>
        </p:nvSpPr>
        <p:spPr>
          <a:xfrm>
            <a:off x="2310149" y="4006910"/>
            <a:ext cx="2441115" cy="924233"/>
          </a:xfrm>
          <a:prstGeom prst="roundRect">
            <a:avLst/>
          </a:prstGeom>
          <a:noFill/>
          <a:ln w="25400" cap="sq" cmpd="dbl" algn="ctr">
            <a:solidFill>
              <a:srgbClr val="C4A54B">
                <a:shade val="50000"/>
              </a:srgbClr>
            </a:solidFill>
            <a:prstDash val="solid"/>
            <a:bevel/>
          </a:ln>
          <a:effectLst/>
        </p:spPr>
        <p:txBody>
          <a:bodyPr lIns="80147" tIns="40074" rIns="80147" bIns="40074"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Arial"/>
              <a:ea typeface="+mn-ea"/>
              <a:cs typeface="Arial" charset="0"/>
            </a:endParaRPr>
          </a:p>
        </p:txBody>
      </p:sp>
      <p:sp>
        <p:nvSpPr>
          <p:cNvPr id="170" name="Rounded Rectangle 13">
            <a:extLst>
              <a:ext uri="{FF2B5EF4-FFF2-40B4-BE49-F238E27FC236}">
                <a16:creationId xmlns:a16="http://schemas.microsoft.com/office/drawing/2014/main" id="{A76D58B3-4305-4AE9-BBB4-1CF2C26BCD69}"/>
              </a:ext>
            </a:extLst>
          </p:cNvPr>
          <p:cNvSpPr/>
          <p:nvPr/>
        </p:nvSpPr>
        <p:spPr>
          <a:xfrm>
            <a:off x="5080556" y="4002235"/>
            <a:ext cx="2146252" cy="928903"/>
          </a:xfrm>
          <a:prstGeom prst="roundRect">
            <a:avLst/>
          </a:prstGeom>
          <a:noFill/>
          <a:ln w="25400" cap="sq" cmpd="dbl" algn="ctr">
            <a:solidFill>
              <a:srgbClr val="C4A54B">
                <a:shade val="50000"/>
              </a:srgbClr>
            </a:solidFill>
            <a:prstDash val="solid"/>
            <a:bevel/>
          </a:ln>
          <a:effectLst/>
        </p:spPr>
        <p:txBody>
          <a:bodyPr lIns="80147" tIns="40074" rIns="80147" bIns="40074"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Arial"/>
              <a:ea typeface="+mn-ea"/>
              <a:cs typeface="Arial" charset="0"/>
            </a:endParaRPr>
          </a:p>
        </p:txBody>
      </p:sp>
      <p:sp>
        <p:nvSpPr>
          <p:cNvPr id="171" name="TextBox 170">
            <a:extLst>
              <a:ext uri="{FF2B5EF4-FFF2-40B4-BE49-F238E27FC236}">
                <a16:creationId xmlns:a16="http://schemas.microsoft.com/office/drawing/2014/main" id="{26F3BDAB-3F28-4801-B56A-620F2867A3EF}"/>
              </a:ext>
            </a:extLst>
          </p:cNvPr>
          <p:cNvSpPr txBox="1"/>
          <p:nvPr/>
        </p:nvSpPr>
        <p:spPr>
          <a:xfrm>
            <a:off x="2301523" y="3962732"/>
            <a:ext cx="2040469" cy="234819"/>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Arial" charset="0"/>
              </a:rPr>
              <a:t>Services</a:t>
            </a:r>
          </a:p>
        </p:txBody>
      </p:sp>
      <p:sp>
        <p:nvSpPr>
          <p:cNvPr id="172" name="TextBox 171">
            <a:extLst>
              <a:ext uri="{FF2B5EF4-FFF2-40B4-BE49-F238E27FC236}">
                <a16:creationId xmlns:a16="http://schemas.microsoft.com/office/drawing/2014/main" id="{0434DAEF-7145-4891-A8E0-74774D0D9FBD}"/>
              </a:ext>
            </a:extLst>
          </p:cNvPr>
          <p:cNvSpPr txBox="1"/>
          <p:nvPr/>
        </p:nvSpPr>
        <p:spPr>
          <a:xfrm>
            <a:off x="5115284" y="3965059"/>
            <a:ext cx="1970449" cy="234819"/>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Arial" charset="0"/>
              </a:rPr>
              <a:t>Application Performance</a:t>
            </a:r>
          </a:p>
        </p:txBody>
      </p:sp>
      <p:sp>
        <p:nvSpPr>
          <p:cNvPr id="173" name="Rectangle 172">
            <a:extLst>
              <a:ext uri="{FF2B5EF4-FFF2-40B4-BE49-F238E27FC236}">
                <a16:creationId xmlns:a16="http://schemas.microsoft.com/office/drawing/2014/main" id="{AE836A31-A87D-4610-AB5B-22A8E37DB24A}"/>
              </a:ext>
            </a:extLst>
          </p:cNvPr>
          <p:cNvSpPr/>
          <p:nvPr/>
        </p:nvSpPr>
        <p:spPr>
          <a:xfrm>
            <a:off x="2532701" y="4571994"/>
            <a:ext cx="887622" cy="273891"/>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Integration</a:t>
            </a:r>
          </a:p>
        </p:txBody>
      </p:sp>
      <p:sp>
        <p:nvSpPr>
          <p:cNvPr id="174" name="Rectangle 173">
            <a:extLst>
              <a:ext uri="{FF2B5EF4-FFF2-40B4-BE49-F238E27FC236}">
                <a16:creationId xmlns:a16="http://schemas.microsoft.com/office/drawing/2014/main" id="{0EB5AD91-75AB-4110-91A7-ACBB7D1D1AB1}"/>
              </a:ext>
            </a:extLst>
          </p:cNvPr>
          <p:cNvSpPr/>
          <p:nvPr/>
        </p:nvSpPr>
        <p:spPr>
          <a:xfrm>
            <a:off x="5254554" y="4219630"/>
            <a:ext cx="836640" cy="249028"/>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End-User</a:t>
            </a:r>
          </a:p>
        </p:txBody>
      </p:sp>
      <p:sp>
        <p:nvSpPr>
          <p:cNvPr id="175" name="Rectangle 174">
            <a:extLst>
              <a:ext uri="{FF2B5EF4-FFF2-40B4-BE49-F238E27FC236}">
                <a16:creationId xmlns:a16="http://schemas.microsoft.com/office/drawing/2014/main" id="{3163800F-4A1B-47CC-A7D5-EACC0EBA1AEC}"/>
              </a:ext>
            </a:extLst>
          </p:cNvPr>
          <p:cNvSpPr/>
          <p:nvPr/>
        </p:nvSpPr>
        <p:spPr>
          <a:xfrm>
            <a:off x="3588916" y="4565843"/>
            <a:ext cx="937125" cy="286998"/>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Cloud </a:t>
            </a:r>
            <a:r>
              <a:rPr kumimoji="0" lang="en-US" sz="8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a:t>
            </a:r>
            <a:r>
              <a:rPr kumimoji="0" lang="en-US" sz="800" b="0" i="0" u="none" strike="noStrike" kern="0" cap="none" spc="0" normalizeH="0" baseline="0" noProof="0" dirty="0" err="1">
                <a:ln>
                  <a:noFill/>
                </a:ln>
                <a:solidFill>
                  <a:srgbClr val="000000"/>
                </a:solidFill>
                <a:effectLst/>
                <a:uLnTx/>
                <a:uFillTx/>
                <a:latin typeface="Arial"/>
                <a:ea typeface="Yu Mincho Light" panose="020B0400000000000000" pitchFamily="18" charset="-128"/>
                <a:cs typeface="Calibri" panose="020F0502020204030204" pitchFamily="34" charset="0"/>
              </a:rPr>
              <a:t>misc</a:t>
            </a:r>
            <a:r>
              <a:rPr kumimoji="0" lang="en-US" sz="8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a:t>
            </a:r>
            <a:endPar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endParaRPr>
          </a:p>
        </p:txBody>
      </p:sp>
      <p:sp>
        <p:nvSpPr>
          <p:cNvPr id="176" name="Rectangle 175">
            <a:extLst>
              <a:ext uri="{FF2B5EF4-FFF2-40B4-BE49-F238E27FC236}">
                <a16:creationId xmlns:a16="http://schemas.microsoft.com/office/drawing/2014/main" id="{8B4B89AC-254A-4A8B-8E00-8E77C6B2A6E3}"/>
              </a:ext>
            </a:extLst>
          </p:cNvPr>
          <p:cNvSpPr/>
          <p:nvPr/>
        </p:nvSpPr>
        <p:spPr>
          <a:xfrm>
            <a:off x="5254554" y="4565843"/>
            <a:ext cx="844613" cy="249028"/>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Real-time</a:t>
            </a:r>
          </a:p>
        </p:txBody>
      </p:sp>
      <p:sp>
        <p:nvSpPr>
          <p:cNvPr id="177" name="Rectangle 176">
            <a:extLst>
              <a:ext uri="{FF2B5EF4-FFF2-40B4-BE49-F238E27FC236}">
                <a16:creationId xmlns:a16="http://schemas.microsoft.com/office/drawing/2014/main" id="{CF217874-4D7B-4DE3-A37D-B82A94ACAE14}"/>
              </a:ext>
            </a:extLst>
          </p:cNvPr>
          <p:cNvSpPr/>
          <p:nvPr/>
        </p:nvSpPr>
        <p:spPr>
          <a:xfrm>
            <a:off x="6240271" y="4565843"/>
            <a:ext cx="844613" cy="234820"/>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lnSpcReduction="10000"/>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Security</a:t>
            </a:r>
          </a:p>
        </p:txBody>
      </p:sp>
      <p:cxnSp>
        <p:nvCxnSpPr>
          <p:cNvPr id="178" name="Straight Arrow Connector 177">
            <a:extLst>
              <a:ext uri="{FF2B5EF4-FFF2-40B4-BE49-F238E27FC236}">
                <a16:creationId xmlns:a16="http://schemas.microsoft.com/office/drawing/2014/main" id="{49258C4A-3F30-44A1-B4F9-04E0BA19FFD1}"/>
              </a:ext>
            </a:extLst>
          </p:cNvPr>
          <p:cNvCxnSpPr>
            <a:cxnSpLocks/>
            <a:endCxn id="170" idx="2"/>
          </p:cNvCxnSpPr>
          <p:nvPr/>
        </p:nvCxnSpPr>
        <p:spPr>
          <a:xfrm flipV="1">
            <a:off x="6153682" y="4931138"/>
            <a:ext cx="0" cy="276960"/>
          </a:xfrm>
          <a:prstGeom prst="straightConnector1">
            <a:avLst/>
          </a:prstGeom>
          <a:noFill/>
          <a:ln w="28575" cap="flat" cmpd="sng" algn="ctr">
            <a:solidFill>
              <a:srgbClr val="C4A54B">
                <a:shade val="95000"/>
                <a:satMod val="105000"/>
              </a:srgbClr>
            </a:solidFill>
            <a:prstDash val="solid"/>
            <a:tailEnd type="triangle" w="lg" len="med"/>
          </a:ln>
          <a:effectLst/>
        </p:spPr>
      </p:cxnSp>
      <p:sp>
        <p:nvSpPr>
          <p:cNvPr id="179" name="Rectangle 178">
            <a:extLst>
              <a:ext uri="{FF2B5EF4-FFF2-40B4-BE49-F238E27FC236}">
                <a16:creationId xmlns:a16="http://schemas.microsoft.com/office/drawing/2014/main" id="{90ED7D06-458C-4319-AF15-3BB7113F7EF4}"/>
              </a:ext>
            </a:extLst>
          </p:cNvPr>
          <p:cNvSpPr/>
          <p:nvPr/>
        </p:nvSpPr>
        <p:spPr>
          <a:xfrm>
            <a:off x="4208951" y="5330473"/>
            <a:ext cx="1174928" cy="248791"/>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Runtime</a:t>
            </a:r>
          </a:p>
        </p:txBody>
      </p:sp>
      <p:sp>
        <p:nvSpPr>
          <p:cNvPr id="180" name="Rectangle 179">
            <a:extLst>
              <a:ext uri="{FF2B5EF4-FFF2-40B4-BE49-F238E27FC236}">
                <a16:creationId xmlns:a16="http://schemas.microsoft.com/office/drawing/2014/main" id="{A9DCDB9C-D309-4957-99B4-9097E0E69E8B}"/>
              </a:ext>
            </a:extLst>
          </p:cNvPr>
          <p:cNvSpPr/>
          <p:nvPr/>
        </p:nvSpPr>
        <p:spPr>
          <a:xfrm>
            <a:off x="3598691" y="4187611"/>
            <a:ext cx="937125" cy="261834"/>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Automation</a:t>
            </a:r>
          </a:p>
        </p:txBody>
      </p:sp>
      <p:sp>
        <p:nvSpPr>
          <p:cNvPr id="181" name="Rectangle 180">
            <a:extLst>
              <a:ext uri="{FF2B5EF4-FFF2-40B4-BE49-F238E27FC236}">
                <a16:creationId xmlns:a16="http://schemas.microsoft.com/office/drawing/2014/main" id="{1C292423-0623-411F-BEDE-4CE2D73F6A26}"/>
              </a:ext>
            </a:extLst>
          </p:cNvPr>
          <p:cNvSpPr/>
          <p:nvPr/>
        </p:nvSpPr>
        <p:spPr>
          <a:xfrm>
            <a:off x="2540884" y="4184512"/>
            <a:ext cx="887622" cy="277085"/>
          </a:xfrm>
          <a:prstGeom prst="rect">
            <a:avLst/>
          </a:prstGeom>
          <a:solidFill>
            <a:sysClr val="window" lastClr="FFFFFF"/>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fontScale="70000" lnSpcReduction="20000"/>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Containers, Serverless</a:t>
            </a:r>
          </a:p>
        </p:txBody>
      </p:sp>
      <p:cxnSp>
        <p:nvCxnSpPr>
          <p:cNvPr id="182" name="Straight Arrow Connector 181">
            <a:extLst>
              <a:ext uri="{FF2B5EF4-FFF2-40B4-BE49-F238E27FC236}">
                <a16:creationId xmlns:a16="http://schemas.microsoft.com/office/drawing/2014/main" id="{35DA7AD2-CA7F-4633-BD64-ECFFC465BCAF}"/>
              </a:ext>
            </a:extLst>
          </p:cNvPr>
          <p:cNvCxnSpPr>
            <a:cxnSpLocks/>
            <a:stCxn id="169" idx="3"/>
            <a:endCxn id="170" idx="1"/>
          </p:cNvCxnSpPr>
          <p:nvPr/>
        </p:nvCxnSpPr>
        <p:spPr>
          <a:xfrm flipV="1">
            <a:off x="4751264" y="4466687"/>
            <a:ext cx="329292" cy="2340"/>
          </a:xfrm>
          <a:prstGeom prst="straightConnector1">
            <a:avLst/>
          </a:prstGeom>
          <a:noFill/>
          <a:ln w="28575" cap="flat" cmpd="sng" algn="ctr">
            <a:solidFill>
              <a:srgbClr val="C4A54B">
                <a:shade val="95000"/>
                <a:satMod val="105000"/>
              </a:srgbClr>
            </a:solidFill>
            <a:prstDash val="solid"/>
            <a:tailEnd type="triangle" w="lg" len="med"/>
          </a:ln>
          <a:effectLst/>
        </p:spPr>
      </p:cxnSp>
      <p:sp>
        <p:nvSpPr>
          <p:cNvPr id="183" name="Rectangle 182">
            <a:extLst>
              <a:ext uri="{FF2B5EF4-FFF2-40B4-BE49-F238E27FC236}">
                <a16:creationId xmlns:a16="http://schemas.microsoft.com/office/drawing/2014/main" id="{F4C40C0A-0145-48DA-8B41-CD923C54ED89}"/>
              </a:ext>
            </a:extLst>
          </p:cNvPr>
          <p:cNvSpPr/>
          <p:nvPr/>
        </p:nvSpPr>
        <p:spPr>
          <a:xfrm>
            <a:off x="5682009" y="5327785"/>
            <a:ext cx="1116399" cy="256831"/>
          </a:xfrm>
          <a:prstGeom prst="rect">
            <a:avLst/>
          </a:prstGeom>
          <a:solidFill>
            <a:srgbClr val="C4A54B">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normAutofit fontScale="92500"/>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Messages/ Events</a:t>
            </a:r>
          </a:p>
        </p:txBody>
      </p:sp>
      <p:sp>
        <p:nvSpPr>
          <p:cNvPr id="184" name="Rounded Rectangle 13">
            <a:extLst>
              <a:ext uri="{FF2B5EF4-FFF2-40B4-BE49-F238E27FC236}">
                <a16:creationId xmlns:a16="http://schemas.microsoft.com/office/drawing/2014/main" id="{1B69E20C-FE56-462B-A2EA-229765A6C0D3}"/>
              </a:ext>
            </a:extLst>
          </p:cNvPr>
          <p:cNvSpPr/>
          <p:nvPr/>
        </p:nvSpPr>
        <p:spPr>
          <a:xfrm>
            <a:off x="7662582" y="3993662"/>
            <a:ext cx="1328255" cy="2619032"/>
          </a:xfrm>
          <a:prstGeom prst="roundRect">
            <a:avLst/>
          </a:prstGeom>
          <a:noFill/>
          <a:ln w="25400" cap="sq" cmpd="dbl" algn="ctr">
            <a:solidFill>
              <a:srgbClr val="C4A54B">
                <a:shade val="50000"/>
              </a:srgbClr>
            </a:solidFill>
            <a:prstDash val="solid"/>
            <a:bevel/>
          </a:ln>
          <a:effectLst/>
        </p:spPr>
        <p:txBody>
          <a:bodyPr lIns="80147" tIns="40074" rIns="80147" bIns="40074"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Arial"/>
              <a:ea typeface="+mn-ea"/>
              <a:cs typeface="Arial" charset="0"/>
            </a:endParaRPr>
          </a:p>
        </p:txBody>
      </p:sp>
      <p:sp>
        <p:nvSpPr>
          <p:cNvPr id="185" name="Rectangle 184">
            <a:extLst>
              <a:ext uri="{FF2B5EF4-FFF2-40B4-BE49-F238E27FC236}">
                <a16:creationId xmlns:a16="http://schemas.microsoft.com/office/drawing/2014/main" id="{30493DBC-C35E-4504-AF9B-18C5552FF544}"/>
              </a:ext>
            </a:extLst>
          </p:cNvPr>
          <p:cNvSpPr/>
          <p:nvPr/>
        </p:nvSpPr>
        <p:spPr>
          <a:xfrm>
            <a:off x="7832677" y="4267673"/>
            <a:ext cx="996000" cy="420435"/>
          </a:xfrm>
          <a:prstGeom prst="rect">
            <a:avLst/>
          </a:prstGeom>
          <a:solidFill>
            <a:srgbClr val="C4A54B">
              <a:lumMod val="20000"/>
              <a:lumOff val="80000"/>
            </a:srgbClr>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ServiceNow</a:t>
            </a:r>
          </a:p>
        </p:txBody>
      </p:sp>
      <p:sp>
        <p:nvSpPr>
          <p:cNvPr id="186" name="Rectangle 185">
            <a:extLst>
              <a:ext uri="{FF2B5EF4-FFF2-40B4-BE49-F238E27FC236}">
                <a16:creationId xmlns:a16="http://schemas.microsoft.com/office/drawing/2014/main" id="{93E0846A-6B97-47B0-9100-E37DED24B748}"/>
              </a:ext>
            </a:extLst>
          </p:cNvPr>
          <p:cNvSpPr/>
          <p:nvPr/>
        </p:nvSpPr>
        <p:spPr>
          <a:xfrm>
            <a:off x="7832676" y="4821026"/>
            <a:ext cx="996000" cy="420435"/>
          </a:xfrm>
          <a:prstGeom prst="rect">
            <a:avLst/>
          </a:prstGeom>
          <a:solidFill>
            <a:srgbClr val="C4A54B">
              <a:lumMod val="20000"/>
              <a:lumOff val="80000"/>
            </a:srgbClr>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Dashboards</a:t>
            </a:r>
          </a:p>
        </p:txBody>
      </p:sp>
      <p:sp>
        <p:nvSpPr>
          <p:cNvPr id="187" name="Rectangle 186">
            <a:extLst>
              <a:ext uri="{FF2B5EF4-FFF2-40B4-BE49-F238E27FC236}">
                <a16:creationId xmlns:a16="http://schemas.microsoft.com/office/drawing/2014/main" id="{9C8AA682-192D-4A4F-A6E3-E5CB6CA7E9FF}"/>
              </a:ext>
            </a:extLst>
          </p:cNvPr>
          <p:cNvSpPr/>
          <p:nvPr/>
        </p:nvSpPr>
        <p:spPr>
          <a:xfrm>
            <a:off x="7832676" y="5392232"/>
            <a:ext cx="996000" cy="420436"/>
          </a:xfrm>
          <a:prstGeom prst="rect">
            <a:avLst/>
          </a:prstGeom>
          <a:solidFill>
            <a:srgbClr val="C4A54B">
              <a:lumMod val="20000"/>
              <a:lumOff val="80000"/>
            </a:srgbClr>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Email</a:t>
            </a:r>
          </a:p>
        </p:txBody>
      </p:sp>
      <p:sp>
        <p:nvSpPr>
          <p:cNvPr id="188" name="Rectangle 187">
            <a:extLst>
              <a:ext uri="{FF2B5EF4-FFF2-40B4-BE49-F238E27FC236}">
                <a16:creationId xmlns:a16="http://schemas.microsoft.com/office/drawing/2014/main" id="{09ADBD8F-BDB6-4505-A378-42835B7967FF}"/>
              </a:ext>
            </a:extLst>
          </p:cNvPr>
          <p:cNvSpPr/>
          <p:nvPr/>
        </p:nvSpPr>
        <p:spPr>
          <a:xfrm>
            <a:off x="7832676" y="5959492"/>
            <a:ext cx="996000" cy="420437"/>
          </a:xfrm>
          <a:prstGeom prst="rect">
            <a:avLst/>
          </a:prstGeom>
          <a:solidFill>
            <a:srgbClr val="C4A54B">
              <a:lumMod val="20000"/>
              <a:lumOff val="80000"/>
            </a:srgbClr>
          </a:solidFill>
          <a:ln w="25400" cap="flat" cmpd="sng" algn="ctr">
            <a:solidFill>
              <a:srgbClr val="C4A54B"/>
            </a:solidFill>
            <a:prstDash val="solid"/>
          </a:ln>
          <a:effectLst>
            <a:outerShdw blurRad="50800" dist="38100" dir="2700000" algn="tl" rotWithShape="0">
              <a:prstClr val="black">
                <a:alpha val="40000"/>
              </a:prstClr>
            </a:outerShdw>
          </a:effectLst>
        </p:spPr>
        <p:txBody>
          <a:bodyPr rtlCol="0" anchor="ctr">
            <a:norm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a:ea typeface="Yu Mincho Light" panose="020B0400000000000000" pitchFamily="18" charset="-128"/>
                <a:cs typeface="Calibri" panose="020F0502020204030204" pitchFamily="34" charset="0"/>
              </a:rPr>
              <a:t>SMS</a:t>
            </a:r>
          </a:p>
        </p:txBody>
      </p:sp>
      <p:cxnSp>
        <p:nvCxnSpPr>
          <p:cNvPr id="189" name="Straight Arrow Connector 188">
            <a:extLst>
              <a:ext uri="{FF2B5EF4-FFF2-40B4-BE49-F238E27FC236}">
                <a16:creationId xmlns:a16="http://schemas.microsoft.com/office/drawing/2014/main" id="{E31533D4-CA32-4B88-8DD8-323887D3010D}"/>
              </a:ext>
            </a:extLst>
          </p:cNvPr>
          <p:cNvCxnSpPr>
            <a:cxnSpLocks/>
          </p:cNvCxnSpPr>
          <p:nvPr/>
        </p:nvCxnSpPr>
        <p:spPr>
          <a:xfrm>
            <a:off x="7243526" y="4493497"/>
            <a:ext cx="442471" cy="0"/>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90" name="Straight Arrow Connector 189">
            <a:extLst>
              <a:ext uri="{FF2B5EF4-FFF2-40B4-BE49-F238E27FC236}">
                <a16:creationId xmlns:a16="http://schemas.microsoft.com/office/drawing/2014/main" id="{DE79EF38-35FF-4D4C-AB16-BBAB87BC91AE}"/>
              </a:ext>
            </a:extLst>
          </p:cNvPr>
          <p:cNvCxnSpPr>
            <a:cxnSpLocks/>
          </p:cNvCxnSpPr>
          <p:nvPr/>
        </p:nvCxnSpPr>
        <p:spPr>
          <a:xfrm>
            <a:off x="7243526" y="5615637"/>
            <a:ext cx="442472" cy="0"/>
          </a:xfrm>
          <a:prstGeom prst="straightConnector1">
            <a:avLst/>
          </a:prstGeom>
          <a:noFill/>
          <a:ln w="28575" cap="flat" cmpd="sng" algn="ctr">
            <a:solidFill>
              <a:srgbClr val="C4A54B">
                <a:shade val="95000"/>
                <a:satMod val="105000"/>
              </a:srgbClr>
            </a:solidFill>
            <a:prstDash val="solid"/>
            <a:tailEnd type="triangle" w="lg" len="med"/>
          </a:ln>
          <a:effectLst/>
        </p:spPr>
      </p:cxnSp>
      <p:cxnSp>
        <p:nvCxnSpPr>
          <p:cNvPr id="191" name="Straight Arrow Connector 190">
            <a:extLst>
              <a:ext uri="{FF2B5EF4-FFF2-40B4-BE49-F238E27FC236}">
                <a16:creationId xmlns:a16="http://schemas.microsoft.com/office/drawing/2014/main" id="{5FA879E5-CBE7-4A49-953C-753C65BAFBA5}"/>
              </a:ext>
            </a:extLst>
          </p:cNvPr>
          <p:cNvCxnSpPr>
            <a:cxnSpLocks/>
          </p:cNvCxnSpPr>
          <p:nvPr/>
        </p:nvCxnSpPr>
        <p:spPr>
          <a:xfrm flipV="1">
            <a:off x="3481919" y="4938205"/>
            <a:ext cx="0" cy="276960"/>
          </a:xfrm>
          <a:prstGeom prst="straightConnector1">
            <a:avLst/>
          </a:prstGeom>
          <a:noFill/>
          <a:ln w="28575" cap="flat" cmpd="sng" algn="ctr">
            <a:solidFill>
              <a:srgbClr val="C4A54B">
                <a:shade val="95000"/>
                <a:satMod val="105000"/>
              </a:srgbClr>
            </a:solidFill>
            <a:prstDash val="solid"/>
            <a:tailEnd type="triangle" w="lg" len="med"/>
          </a:ln>
          <a:effectLst/>
        </p:spPr>
      </p:cxnSp>
      <p:sp>
        <p:nvSpPr>
          <p:cNvPr id="192" name="TextBox 191">
            <a:extLst>
              <a:ext uri="{FF2B5EF4-FFF2-40B4-BE49-F238E27FC236}">
                <a16:creationId xmlns:a16="http://schemas.microsoft.com/office/drawing/2014/main" id="{4697EC8E-3C49-4D2B-9B7B-F8E109CCD1B9}"/>
              </a:ext>
            </a:extLst>
          </p:cNvPr>
          <p:cNvSpPr txBox="1"/>
          <p:nvPr/>
        </p:nvSpPr>
        <p:spPr>
          <a:xfrm>
            <a:off x="7718642" y="4009441"/>
            <a:ext cx="872577" cy="234819"/>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Arial" charset="0"/>
              </a:rPr>
              <a:t>Alerting</a:t>
            </a:r>
          </a:p>
        </p:txBody>
      </p:sp>
      <p:sp>
        <p:nvSpPr>
          <p:cNvPr id="193" name="TextBox 192">
            <a:extLst>
              <a:ext uri="{FF2B5EF4-FFF2-40B4-BE49-F238E27FC236}">
                <a16:creationId xmlns:a16="http://schemas.microsoft.com/office/drawing/2014/main" id="{F83CC536-1214-40DE-82C3-C3B4BE6DCB1F}"/>
              </a:ext>
            </a:extLst>
          </p:cNvPr>
          <p:cNvSpPr txBox="1"/>
          <p:nvPr/>
        </p:nvSpPr>
        <p:spPr>
          <a:xfrm>
            <a:off x="495714" y="4038395"/>
            <a:ext cx="2126359" cy="270488"/>
          </a:xfrm>
          <a:prstGeom prst="rect">
            <a:avLst/>
          </a:prstGeom>
          <a:noFill/>
        </p:spPr>
        <p:txBody>
          <a:bodyPr wrap="square" lIns="80147" tIns="40074" rIns="80147" bIns="40074"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eorgia" pitchFamily="18" charset="0"/>
                <a:ea typeface="+mn-ea"/>
                <a:cs typeface="Arial" charset="0"/>
              </a:rPr>
              <a:t>Overview Diagram</a:t>
            </a:r>
          </a:p>
        </p:txBody>
      </p:sp>
    </p:spTree>
    <p:extLst>
      <p:ext uri="{BB962C8B-B14F-4D97-AF65-F5344CB8AC3E}">
        <p14:creationId xmlns:p14="http://schemas.microsoft.com/office/powerpoint/2010/main" val="1391410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2"/>
          <p:cNvSpPr>
            <a:spLocks noGrp="1"/>
          </p:cNvSpPr>
          <p:nvPr>
            <p:ph type="title"/>
          </p:nvPr>
        </p:nvSpPr>
        <p:spPr/>
        <p:txBody>
          <a:bodyPr/>
          <a:lstStyle/>
          <a:p>
            <a:r>
              <a:rPr lang="en-AU" dirty="0"/>
              <a:t>Architecture Design Review</a:t>
            </a:r>
            <a:endParaRPr lang="en-GB" dirty="0"/>
          </a:p>
        </p:txBody>
      </p:sp>
      <p:sp>
        <p:nvSpPr>
          <p:cNvPr id="2" name="Text Placeholder 1"/>
          <p:cNvSpPr>
            <a:spLocks noGrp="1"/>
          </p:cNvSpPr>
          <p:nvPr>
            <p:ph type="body" sz="quarter" idx="14"/>
          </p:nvPr>
        </p:nvSpPr>
        <p:spPr/>
        <p:txBody>
          <a:bodyPr/>
          <a:lstStyle/>
          <a:p>
            <a:r>
              <a:rPr lang="en-GB" dirty="0"/>
              <a:t>Architectural Decisions</a:t>
            </a:r>
            <a:endParaRPr lang="en-AU" dirty="0"/>
          </a:p>
        </p:txBody>
      </p:sp>
      <p:graphicFrame>
        <p:nvGraphicFramePr>
          <p:cNvPr id="3" name="Table 2"/>
          <p:cNvGraphicFramePr>
            <a:graphicFrameLocks noGrp="1"/>
          </p:cNvGraphicFramePr>
          <p:nvPr/>
        </p:nvGraphicFramePr>
        <p:xfrm>
          <a:off x="335999" y="1268963"/>
          <a:ext cx="11448564" cy="4106431"/>
        </p:xfrm>
        <a:graphic>
          <a:graphicData uri="http://schemas.openxmlformats.org/drawingml/2006/table">
            <a:tbl>
              <a:tblPr firstRow="1" bandRow="1">
                <a:tableStyleId>{5C22544A-7EE6-4342-B048-85BDC9FD1C3A}</a:tableStyleId>
              </a:tblPr>
              <a:tblGrid>
                <a:gridCol w="5724282">
                  <a:extLst>
                    <a:ext uri="{9D8B030D-6E8A-4147-A177-3AD203B41FA5}">
                      <a16:colId xmlns:a16="http://schemas.microsoft.com/office/drawing/2014/main" val="4165876581"/>
                    </a:ext>
                  </a:extLst>
                </a:gridCol>
                <a:gridCol w="5724282">
                  <a:extLst>
                    <a:ext uri="{9D8B030D-6E8A-4147-A177-3AD203B41FA5}">
                      <a16:colId xmlns:a16="http://schemas.microsoft.com/office/drawing/2014/main" val="216430261"/>
                    </a:ext>
                  </a:extLst>
                </a:gridCol>
              </a:tblGrid>
              <a:tr h="473245">
                <a:tc>
                  <a:txBody>
                    <a:bodyPr/>
                    <a:lstStyle/>
                    <a:p>
                      <a:r>
                        <a:rPr lang="en-AU" dirty="0"/>
                        <a:t>Decision</a:t>
                      </a:r>
                    </a:p>
                  </a:txBody>
                  <a:tcPr/>
                </a:tc>
                <a:tc>
                  <a:txBody>
                    <a:bodyPr/>
                    <a:lstStyle/>
                    <a:p>
                      <a:r>
                        <a:rPr lang="en-AU" dirty="0"/>
                        <a:t>Implication</a:t>
                      </a:r>
                    </a:p>
                  </a:txBody>
                  <a:tcPr/>
                </a:tc>
                <a:extLst>
                  <a:ext uri="{0D108BD9-81ED-4DB2-BD59-A6C34878D82A}">
                    <a16:rowId xmlns:a16="http://schemas.microsoft.com/office/drawing/2014/main" val="3046102129"/>
                  </a:ext>
                </a:extLst>
              </a:tr>
              <a:tr h="605531">
                <a:tc>
                  <a:txBody>
                    <a:bodyPr/>
                    <a:lstStyle/>
                    <a:p>
                      <a:endParaRPr lang="en-AU" dirty="0"/>
                    </a:p>
                  </a:txBody>
                  <a:tcPr/>
                </a:tc>
                <a:tc>
                  <a:txBody>
                    <a:bodyPr/>
                    <a:lstStyle/>
                    <a:p>
                      <a:endParaRPr lang="en-AU" dirty="0"/>
                    </a:p>
                  </a:txBody>
                  <a:tcPr/>
                </a:tc>
                <a:extLst>
                  <a:ext uri="{0D108BD9-81ED-4DB2-BD59-A6C34878D82A}">
                    <a16:rowId xmlns:a16="http://schemas.microsoft.com/office/drawing/2014/main" val="833925192"/>
                  </a:ext>
                </a:extLst>
              </a:tr>
              <a:tr h="605531">
                <a:tc>
                  <a:txBody>
                    <a:bodyPr/>
                    <a:lstStyle/>
                    <a:p>
                      <a:endParaRPr lang="en-AU" dirty="0"/>
                    </a:p>
                  </a:txBody>
                  <a:tcPr/>
                </a:tc>
                <a:tc>
                  <a:txBody>
                    <a:bodyPr/>
                    <a:lstStyle/>
                    <a:p>
                      <a:endParaRPr lang="en-AU"/>
                    </a:p>
                  </a:txBody>
                  <a:tcPr/>
                </a:tc>
                <a:extLst>
                  <a:ext uri="{0D108BD9-81ED-4DB2-BD59-A6C34878D82A}">
                    <a16:rowId xmlns:a16="http://schemas.microsoft.com/office/drawing/2014/main" val="3690395838"/>
                  </a:ext>
                </a:extLst>
              </a:tr>
              <a:tr h="605531">
                <a:tc>
                  <a:txBody>
                    <a:bodyPr/>
                    <a:lstStyle/>
                    <a:p>
                      <a:endParaRPr lang="en-AU" dirty="0"/>
                    </a:p>
                  </a:txBody>
                  <a:tcPr/>
                </a:tc>
                <a:tc>
                  <a:txBody>
                    <a:bodyPr/>
                    <a:lstStyle/>
                    <a:p>
                      <a:endParaRPr lang="en-AU" dirty="0"/>
                    </a:p>
                  </a:txBody>
                  <a:tcPr/>
                </a:tc>
                <a:extLst>
                  <a:ext uri="{0D108BD9-81ED-4DB2-BD59-A6C34878D82A}">
                    <a16:rowId xmlns:a16="http://schemas.microsoft.com/office/drawing/2014/main" val="3079802023"/>
                  </a:ext>
                </a:extLst>
              </a:tr>
              <a:tr h="605531">
                <a:tc>
                  <a:txBody>
                    <a:bodyPr/>
                    <a:lstStyle/>
                    <a:p>
                      <a:endParaRPr lang="en-AU" dirty="0"/>
                    </a:p>
                  </a:txBody>
                  <a:tcPr/>
                </a:tc>
                <a:tc>
                  <a:txBody>
                    <a:bodyPr/>
                    <a:lstStyle/>
                    <a:p>
                      <a:endParaRPr lang="en-AU" dirty="0"/>
                    </a:p>
                  </a:txBody>
                  <a:tcPr/>
                </a:tc>
                <a:extLst>
                  <a:ext uri="{0D108BD9-81ED-4DB2-BD59-A6C34878D82A}">
                    <a16:rowId xmlns:a16="http://schemas.microsoft.com/office/drawing/2014/main" val="3464892862"/>
                  </a:ext>
                </a:extLst>
              </a:tr>
              <a:tr h="605531">
                <a:tc>
                  <a:txBody>
                    <a:bodyPr/>
                    <a:lstStyle/>
                    <a:p>
                      <a:endParaRPr lang="en-AU"/>
                    </a:p>
                  </a:txBody>
                  <a:tcPr/>
                </a:tc>
                <a:tc>
                  <a:txBody>
                    <a:bodyPr/>
                    <a:lstStyle/>
                    <a:p>
                      <a:endParaRPr lang="en-AU" dirty="0"/>
                    </a:p>
                  </a:txBody>
                  <a:tcPr/>
                </a:tc>
                <a:extLst>
                  <a:ext uri="{0D108BD9-81ED-4DB2-BD59-A6C34878D82A}">
                    <a16:rowId xmlns:a16="http://schemas.microsoft.com/office/drawing/2014/main" val="2077907483"/>
                  </a:ext>
                </a:extLst>
              </a:tr>
              <a:tr h="605531">
                <a:tc>
                  <a:txBody>
                    <a:bodyPr/>
                    <a:lstStyle/>
                    <a:p>
                      <a:endParaRPr lang="en-AU"/>
                    </a:p>
                  </a:txBody>
                  <a:tcPr/>
                </a:tc>
                <a:tc>
                  <a:txBody>
                    <a:bodyPr/>
                    <a:lstStyle/>
                    <a:p>
                      <a:endParaRPr lang="en-AU" dirty="0"/>
                    </a:p>
                  </a:txBody>
                  <a:tcPr/>
                </a:tc>
                <a:extLst>
                  <a:ext uri="{0D108BD9-81ED-4DB2-BD59-A6C34878D82A}">
                    <a16:rowId xmlns:a16="http://schemas.microsoft.com/office/drawing/2014/main" val="988837558"/>
                  </a:ext>
                </a:extLst>
              </a:tr>
            </a:tbl>
          </a:graphicData>
        </a:graphic>
      </p:graphicFrame>
      <p:sp>
        <p:nvSpPr>
          <p:cNvPr id="5" name="Slide Number Placeholder 3">
            <a:extLst>
              <a:ext uri="{FF2B5EF4-FFF2-40B4-BE49-F238E27FC236}">
                <a16:creationId xmlns:a16="http://schemas.microsoft.com/office/drawing/2014/main" id="{5D2A2DBD-9C2E-463A-BDEC-B2A47F6A4475}"/>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9</a:t>
            </a:fld>
            <a:endParaRPr lang="en-AU" dirty="0">
              <a:solidFill>
                <a:srgbClr val="000000"/>
              </a:solidFill>
            </a:endParaRPr>
          </a:p>
        </p:txBody>
      </p:sp>
    </p:spTree>
    <p:extLst>
      <p:ext uri="{BB962C8B-B14F-4D97-AF65-F5344CB8AC3E}">
        <p14:creationId xmlns:p14="http://schemas.microsoft.com/office/powerpoint/2010/main" val="1054908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66529" y="1035698"/>
          <a:ext cx="11224728" cy="2231009"/>
        </p:xfrm>
        <a:graphic>
          <a:graphicData uri="http://schemas.openxmlformats.org/drawingml/2006/table">
            <a:tbl>
              <a:tblPr firstRow="1" bandRow="1">
                <a:tableStyleId>{5C22544A-7EE6-4342-B048-85BDC9FD1C3A}</a:tableStyleId>
              </a:tblPr>
              <a:tblGrid>
                <a:gridCol w="5612364">
                  <a:extLst>
                    <a:ext uri="{9D8B030D-6E8A-4147-A177-3AD203B41FA5}">
                      <a16:colId xmlns:a16="http://schemas.microsoft.com/office/drawing/2014/main" val="20000"/>
                    </a:ext>
                  </a:extLst>
                </a:gridCol>
                <a:gridCol w="5612364">
                  <a:extLst>
                    <a:ext uri="{9D8B030D-6E8A-4147-A177-3AD203B41FA5}">
                      <a16:colId xmlns:a16="http://schemas.microsoft.com/office/drawing/2014/main" val="20001"/>
                    </a:ext>
                  </a:extLst>
                </a:gridCol>
              </a:tblGrid>
              <a:tr h="321443">
                <a:tc>
                  <a:txBody>
                    <a:bodyPr/>
                    <a:lstStyle/>
                    <a:p>
                      <a:r>
                        <a:rPr lang="en-AU" sz="1400" dirty="0"/>
                        <a:t>Issue</a:t>
                      </a:r>
                      <a:endParaRPr lang="en-AU" sz="1400" b="1" dirty="0">
                        <a:solidFill>
                          <a:schemeClr val="bg1"/>
                        </a:solidFill>
                        <a:latin typeface="+mj-lt"/>
                      </a:endParaRPr>
                    </a:p>
                  </a:txBody>
                  <a:tcPr/>
                </a:tc>
                <a:tc>
                  <a:txBody>
                    <a:bodyPr/>
                    <a:lstStyle/>
                    <a:p>
                      <a:pPr marL="0" indent="0">
                        <a:buFont typeface="Arial"/>
                        <a:buNone/>
                      </a:pPr>
                      <a:r>
                        <a:rPr lang="en-AU" sz="1400" baseline="0" dirty="0"/>
                        <a:t>Proposed Resolution</a:t>
                      </a:r>
                      <a:endParaRPr lang="en-AU" sz="1400" b="1" baseline="0" dirty="0">
                        <a:solidFill>
                          <a:schemeClr val="bg1"/>
                        </a:solidFill>
                        <a:latin typeface="+mj-lt"/>
                      </a:endParaRPr>
                    </a:p>
                  </a:txBody>
                  <a:tcPr/>
                </a:tc>
                <a:extLst>
                  <a:ext uri="{0D108BD9-81ED-4DB2-BD59-A6C34878D82A}">
                    <a16:rowId xmlns:a16="http://schemas.microsoft.com/office/drawing/2014/main" val="10000"/>
                  </a:ext>
                </a:extLst>
              </a:tr>
              <a:tr h="34521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1"/>
                  </a:ext>
                </a:extLst>
              </a:tr>
              <a:tr h="391089">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2"/>
                  </a:ext>
                </a:extLst>
              </a:tr>
              <a:tr h="391089">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3"/>
                  </a:ext>
                </a:extLst>
              </a:tr>
              <a:tr h="391089">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4"/>
                  </a:ext>
                </a:extLst>
              </a:tr>
              <a:tr h="391089">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5"/>
                  </a:ext>
                </a:extLst>
              </a:tr>
            </a:tbl>
          </a:graphicData>
        </a:graphic>
      </p:graphicFrame>
      <p:sp>
        <p:nvSpPr>
          <p:cNvPr id="12" name="Title 2"/>
          <p:cNvSpPr>
            <a:spLocks noGrp="1"/>
          </p:cNvSpPr>
          <p:nvPr>
            <p:ph type="title"/>
          </p:nvPr>
        </p:nvSpPr>
        <p:spPr/>
        <p:txBody>
          <a:bodyPr/>
          <a:lstStyle/>
          <a:p>
            <a:r>
              <a:rPr lang="en-AU" dirty="0"/>
              <a:t>Architecture Design Review</a:t>
            </a:r>
            <a:endParaRPr lang="en-GB" dirty="0"/>
          </a:p>
        </p:txBody>
      </p:sp>
      <p:sp>
        <p:nvSpPr>
          <p:cNvPr id="2" name="Text Placeholder 1"/>
          <p:cNvSpPr>
            <a:spLocks noGrp="1"/>
          </p:cNvSpPr>
          <p:nvPr>
            <p:ph type="body" sz="quarter" idx="14"/>
          </p:nvPr>
        </p:nvSpPr>
        <p:spPr/>
        <p:txBody>
          <a:bodyPr/>
          <a:lstStyle/>
          <a:p>
            <a:r>
              <a:rPr lang="en-GB" dirty="0"/>
              <a:t>Architectural Issues &amp; Risks</a:t>
            </a:r>
            <a:endParaRPr lang="en-AU" dirty="0"/>
          </a:p>
        </p:txBody>
      </p:sp>
      <p:graphicFrame>
        <p:nvGraphicFramePr>
          <p:cNvPr id="5" name="Table 4"/>
          <p:cNvGraphicFramePr>
            <a:graphicFrameLocks noGrp="1"/>
          </p:cNvGraphicFramePr>
          <p:nvPr/>
        </p:nvGraphicFramePr>
        <p:xfrm>
          <a:off x="466529" y="3445426"/>
          <a:ext cx="11224728" cy="2529840"/>
        </p:xfrm>
        <a:graphic>
          <a:graphicData uri="http://schemas.openxmlformats.org/drawingml/2006/table">
            <a:tbl>
              <a:tblPr firstRow="1" bandRow="1">
                <a:tableStyleId>{5C22544A-7EE6-4342-B048-85BDC9FD1C3A}</a:tableStyleId>
              </a:tblPr>
              <a:tblGrid>
                <a:gridCol w="5612364">
                  <a:extLst>
                    <a:ext uri="{9D8B030D-6E8A-4147-A177-3AD203B41FA5}">
                      <a16:colId xmlns:a16="http://schemas.microsoft.com/office/drawing/2014/main" val="20000"/>
                    </a:ext>
                  </a:extLst>
                </a:gridCol>
                <a:gridCol w="5612364">
                  <a:extLst>
                    <a:ext uri="{9D8B030D-6E8A-4147-A177-3AD203B41FA5}">
                      <a16:colId xmlns:a16="http://schemas.microsoft.com/office/drawing/2014/main" val="20001"/>
                    </a:ext>
                  </a:extLst>
                </a:gridCol>
              </a:tblGrid>
              <a:tr h="292444">
                <a:tc>
                  <a:txBody>
                    <a:bodyPr/>
                    <a:lstStyle/>
                    <a:p>
                      <a:r>
                        <a:rPr lang="en-AU" sz="1400" dirty="0"/>
                        <a:t>Risk</a:t>
                      </a:r>
                      <a:endParaRPr lang="en-AU" sz="1400" b="1" dirty="0">
                        <a:solidFill>
                          <a:schemeClr val="bg1"/>
                        </a:solidFill>
                        <a:latin typeface="+mj-lt"/>
                      </a:endParaRPr>
                    </a:p>
                  </a:txBody>
                  <a:tcPr/>
                </a:tc>
                <a:tc>
                  <a:txBody>
                    <a:bodyPr/>
                    <a:lstStyle/>
                    <a:p>
                      <a:pPr marL="0" indent="0">
                        <a:buFont typeface="Arial"/>
                        <a:buNone/>
                      </a:pPr>
                      <a:r>
                        <a:rPr lang="en-AU" sz="1400" baseline="0" dirty="0"/>
                        <a:t>Mitigation</a:t>
                      </a:r>
                      <a:endParaRPr lang="en-AU" sz="1400" b="1" baseline="0" dirty="0">
                        <a:solidFill>
                          <a:schemeClr val="bg1"/>
                        </a:solidFill>
                        <a:latin typeface="+mj-lt"/>
                      </a:endParaRPr>
                    </a:p>
                  </a:txBody>
                  <a:tcPr/>
                </a:tc>
                <a:extLst>
                  <a:ext uri="{0D108BD9-81ED-4DB2-BD59-A6C34878D82A}">
                    <a16:rowId xmlns:a16="http://schemas.microsoft.com/office/drawing/2014/main" val="10000"/>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1"/>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3"/>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4"/>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5"/>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6"/>
                  </a:ext>
                </a:extLst>
              </a:tr>
            </a:tbl>
          </a:graphicData>
        </a:graphic>
      </p:graphicFrame>
      <p:sp>
        <p:nvSpPr>
          <p:cNvPr id="6" name="Slide Number Placeholder 3">
            <a:extLst>
              <a:ext uri="{FF2B5EF4-FFF2-40B4-BE49-F238E27FC236}">
                <a16:creationId xmlns:a16="http://schemas.microsoft.com/office/drawing/2014/main" id="{5D33B9F2-A61B-4560-B7AA-5C006213E4EA}"/>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10</a:t>
            </a:fld>
            <a:endParaRPr lang="en-AU" dirty="0">
              <a:solidFill>
                <a:srgbClr val="000000"/>
              </a:solidFill>
            </a:endParaRPr>
          </a:p>
        </p:txBody>
      </p:sp>
    </p:spTree>
    <p:extLst>
      <p:ext uri="{BB962C8B-B14F-4D97-AF65-F5344CB8AC3E}">
        <p14:creationId xmlns:p14="http://schemas.microsoft.com/office/powerpoint/2010/main" val="291891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19878" y="989045"/>
          <a:ext cx="11523306" cy="5486398"/>
        </p:xfrm>
        <a:graphic>
          <a:graphicData uri="http://schemas.openxmlformats.org/drawingml/2006/table">
            <a:tbl>
              <a:tblPr firstRow="1" bandRow="1">
                <a:tableStyleId>{5C22544A-7EE6-4342-B048-85BDC9FD1C3A}</a:tableStyleId>
              </a:tblPr>
              <a:tblGrid>
                <a:gridCol w="5761653">
                  <a:extLst>
                    <a:ext uri="{9D8B030D-6E8A-4147-A177-3AD203B41FA5}">
                      <a16:colId xmlns:a16="http://schemas.microsoft.com/office/drawing/2014/main" val="20000"/>
                    </a:ext>
                  </a:extLst>
                </a:gridCol>
                <a:gridCol w="5761653">
                  <a:extLst>
                    <a:ext uri="{9D8B030D-6E8A-4147-A177-3AD203B41FA5}">
                      <a16:colId xmlns:a16="http://schemas.microsoft.com/office/drawing/2014/main" val="20001"/>
                    </a:ext>
                  </a:extLst>
                </a:gridCol>
              </a:tblGrid>
              <a:tr h="661012">
                <a:tc>
                  <a:txBody>
                    <a:bodyPr/>
                    <a:lstStyle/>
                    <a:p>
                      <a:r>
                        <a:rPr lang="en-AU" sz="1400" dirty="0"/>
                        <a:t>Assumption</a:t>
                      </a:r>
                      <a:endParaRPr lang="en-AU" sz="1400" b="1" dirty="0">
                        <a:solidFill>
                          <a:schemeClr val="bg1"/>
                        </a:solidFill>
                        <a:latin typeface="+mj-lt"/>
                      </a:endParaRPr>
                    </a:p>
                  </a:txBody>
                  <a:tcPr/>
                </a:tc>
                <a:tc>
                  <a:txBody>
                    <a:bodyPr/>
                    <a:lstStyle/>
                    <a:p>
                      <a:pPr marL="0" indent="0">
                        <a:buFont typeface="Arial"/>
                        <a:buNone/>
                      </a:pPr>
                      <a:r>
                        <a:rPr lang="en-AU" sz="1400" baseline="0" dirty="0"/>
                        <a:t>Impact if False</a:t>
                      </a:r>
                      <a:endParaRPr lang="en-AU" sz="1400" b="1" baseline="0" dirty="0">
                        <a:solidFill>
                          <a:schemeClr val="bg1"/>
                        </a:solidFill>
                        <a:latin typeface="+mj-lt"/>
                      </a:endParaRPr>
                    </a:p>
                  </a:txBody>
                  <a:tcPr/>
                </a:tc>
                <a:extLst>
                  <a:ext uri="{0D108BD9-81ED-4DB2-BD59-A6C34878D82A}">
                    <a16:rowId xmlns:a16="http://schemas.microsoft.com/office/drawing/2014/main" val="10000"/>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1"/>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2"/>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3"/>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4"/>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5"/>
                  </a:ext>
                </a:extLst>
              </a:tr>
              <a:tr h="804231">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6"/>
                  </a:ext>
                </a:extLst>
              </a:tr>
            </a:tbl>
          </a:graphicData>
        </a:graphic>
      </p:graphicFrame>
      <p:sp>
        <p:nvSpPr>
          <p:cNvPr id="12" name="Title 2"/>
          <p:cNvSpPr>
            <a:spLocks noGrp="1"/>
          </p:cNvSpPr>
          <p:nvPr>
            <p:ph type="title"/>
          </p:nvPr>
        </p:nvSpPr>
        <p:spPr/>
        <p:txBody>
          <a:bodyPr/>
          <a:lstStyle/>
          <a:p>
            <a:r>
              <a:rPr lang="en-AU" dirty="0"/>
              <a:t>Architecture Design Review</a:t>
            </a:r>
            <a:endParaRPr lang="en-GB" dirty="0"/>
          </a:p>
        </p:txBody>
      </p:sp>
      <p:sp>
        <p:nvSpPr>
          <p:cNvPr id="2" name="Text Placeholder 1"/>
          <p:cNvSpPr>
            <a:spLocks noGrp="1"/>
          </p:cNvSpPr>
          <p:nvPr>
            <p:ph type="body" sz="quarter" idx="14"/>
          </p:nvPr>
        </p:nvSpPr>
        <p:spPr/>
        <p:txBody>
          <a:bodyPr/>
          <a:lstStyle/>
          <a:p>
            <a:r>
              <a:rPr lang="en-GB" dirty="0"/>
              <a:t>Architectural Assumptions</a:t>
            </a:r>
            <a:endParaRPr lang="en-AU" dirty="0"/>
          </a:p>
        </p:txBody>
      </p:sp>
      <p:sp>
        <p:nvSpPr>
          <p:cNvPr id="5" name="Slide Number Placeholder 3">
            <a:extLst>
              <a:ext uri="{FF2B5EF4-FFF2-40B4-BE49-F238E27FC236}">
                <a16:creationId xmlns:a16="http://schemas.microsoft.com/office/drawing/2014/main" id="{BCEAC31A-7596-41A2-924A-CA0D6A605E5A}"/>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11</a:t>
            </a:fld>
            <a:endParaRPr lang="en-AU" dirty="0">
              <a:solidFill>
                <a:srgbClr val="000000"/>
              </a:solidFill>
            </a:endParaRPr>
          </a:p>
        </p:txBody>
      </p:sp>
    </p:spTree>
    <p:extLst>
      <p:ext uri="{BB962C8B-B14F-4D97-AF65-F5344CB8AC3E}">
        <p14:creationId xmlns:p14="http://schemas.microsoft.com/office/powerpoint/2010/main" val="148227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36000" y="1153584"/>
          <a:ext cx="11520000" cy="2529840"/>
        </p:xfrm>
        <a:graphic>
          <a:graphicData uri="http://schemas.openxmlformats.org/drawingml/2006/table">
            <a:tbl>
              <a:tblPr firstRow="1" bandRow="1">
                <a:tableStyleId>{5C22544A-7EE6-4342-B048-85BDC9FD1C3A}</a:tableStyleId>
              </a:tblPr>
              <a:tblGrid>
                <a:gridCol w="5760000">
                  <a:extLst>
                    <a:ext uri="{9D8B030D-6E8A-4147-A177-3AD203B41FA5}">
                      <a16:colId xmlns:a16="http://schemas.microsoft.com/office/drawing/2014/main" val="20000"/>
                    </a:ext>
                  </a:extLst>
                </a:gridCol>
                <a:gridCol w="5760000">
                  <a:extLst>
                    <a:ext uri="{9D8B030D-6E8A-4147-A177-3AD203B41FA5}">
                      <a16:colId xmlns:a16="http://schemas.microsoft.com/office/drawing/2014/main" val="20001"/>
                    </a:ext>
                  </a:extLst>
                </a:gridCol>
              </a:tblGrid>
              <a:tr h="292444">
                <a:tc>
                  <a:txBody>
                    <a:bodyPr/>
                    <a:lstStyle/>
                    <a:p>
                      <a:r>
                        <a:rPr lang="en-AU" sz="1400" dirty="0"/>
                        <a:t>Dependency</a:t>
                      </a:r>
                      <a:endParaRPr lang="en-AU" sz="1400" b="1" dirty="0">
                        <a:solidFill>
                          <a:schemeClr val="bg1"/>
                        </a:solidFill>
                        <a:latin typeface="+mj-lt"/>
                      </a:endParaRPr>
                    </a:p>
                  </a:txBody>
                  <a:tcPr/>
                </a:tc>
                <a:tc>
                  <a:txBody>
                    <a:bodyPr/>
                    <a:lstStyle/>
                    <a:p>
                      <a:pPr marL="0" indent="0">
                        <a:buFont typeface="Arial"/>
                        <a:buNone/>
                      </a:pPr>
                      <a:r>
                        <a:rPr lang="en-AU" sz="1400" baseline="0" dirty="0"/>
                        <a:t>Resolution</a:t>
                      </a:r>
                      <a:endParaRPr lang="en-AU" sz="1400" b="1" baseline="0" dirty="0">
                        <a:solidFill>
                          <a:schemeClr val="bg1"/>
                        </a:solidFill>
                        <a:latin typeface="+mj-lt"/>
                      </a:endParaRPr>
                    </a:p>
                  </a:txBody>
                  <a:tcPr/>
                </a:tc>
                <a:extLst>
                  <a:ext uri="{0D108BD9-81ED-4DB2-BD59-A6C34878D82A}">
                    <a16:rowId xmlns:a16="http://schemas.microsoft.com/office/drawing/2014/main" val="10000"/>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1"/>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3"/>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4"/>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5"/>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6"/>
                  </a:ext>
                </a:extLst>
              </a:tr>
            </a:tbl>
          </a:graphicData>
        </a:graphic>
      </p:graphicFrame>
      <p:sp>
        <p:nvSpPr>
          <p:cNvPr id="12" name="Title 2"/>
          <p:cNvSpPr>
            <a:spLocks noGrp="1"/>
          </p:cNvSpPr>
          <p:nvPr>
            <p:ph type="title"/>
          </p:nvPr>
        </p:nvSpPr>
        <p:spPr/>
        <p:txBody>
          <a:bodyPr/>
          <a:lstStyle/>
          <a:p>
            <a:r>
              <a:rPr lang="en-AU" dirty="0"/>
              <a:t>Architecture Design Review</a:t>
            </a:r>
            <a:endParaRPr lang="en-GB" dirty="0"/>
          </a:p>
        </p:txBody>
      </p:sp>
      <p:sp>
        <p:nvSpPr>
          <p:cNvPr id="2" name="Text Placeholder 1"/>
          <p:cNvSpPr>
            <a:spLocks noGrp="1"/>
          </p:cNvSpPr>
          <p:nvPr>
            <p:ph type="body" sz="quarter" idx="14"/>
          </p:nvPr>
        </p:nvSpPr>
        <p:spPr/>
        <p:txBody>
          <a:bodyPr/>
          <a:lstStyle/>
          <a:p>
            <a:r>
              <a:rPr lang="en-GB" dirty="0"/>
              <a:t>Key Dependencies &amp; SLAs</a:t>
            </a:r>
            <a:endParaRPr lang="en-AU" dirty="0"/>
          </a:p>
        </p:txBody>
      </p:sp>
      <p:graphicFrame>
        <p:nvGraphicFramePr>
          <p:cNvPr id="5" name="Table 4"/>
          <p:cNvGraphicFramePr>
            <a:graphicFrameLocks noGrp="1"/>
          </p:cNvGraphicFramePr>
          <p:nvPr/>
        </p:nvGraphicFramePr>
        <p:xfrm>
          <a:off x="336000" y="3839634"/>
          <a:ext cx="11520000" cy="2529840"/>
        </p:xfrm>
        <a:graphic>
          <a:graphicData uri="http://schemas.openxmlformats.org/drawingml/2006/table">
            <a:tbl>
              <a:tblPr firstRow="1" bandRow="1">
                <a:tableStyleId>{5C22544A-7EE6-4342-B048-85BDC9FD1C3A}</a:tableStyleId>
              </a:tblPr>
              <a:tblGrid>
                <a:gridCol w="5760000">
                  <a:extLst>
                    <a:ext uri="{9D8B030D-6E8A-4147-A177-3AD203B41FA5}">
                      <a16:colId xmlns:a16="http://schemas.microsoft.com/office/drawing/2014/main" val="20000"/>
                    </a:ext>
                  </a:extLst>
                </a:gridCol>
                <a:gridCol w="5760000">
                  <a:extLst>
                    <a:ext uri="{9D8B030D-6E8A-4147-A177-3AD203B41FA5}">
                      <a16:colId xmlns:a16="http://schemas.microsoft.com/office/drawing/2014/main" val="20001"/>
                    </a:ext>
                  </a:extLst>
                </a:gridCol>
              </a:tblGrid>
              <a:tr h="292444">
                <a:tc>
                  <a:txBody>
                    <a:bodyPr/>
                    <a:lstStyle/>
                    <a:p>
                      <a:r>
                        <a:rPr lang="en-AU" sz="1400" b="1" dirty="0">
                          <a:solidFill>
                            <a:schemeClr val="lt1"/>
                          </a:solidFill>
                          <a:latin typeface="+mn-lt"/>
                        </a:rPr>
                        <a:t>SLAs</a:t>
                      </a:r>
                      <a:endParaRPr lang="en-AU" sz="1400" b="1" dirty="0">
                        <a:solidFill>
                          <a:schemeClr val="bg1"/>
                        </a:solidFill>
                        <a:latin typeface="+mj-lt"/>
                      </a:endParaRPr>
                    </a:p>
                  </a:txBody>
                  <a:tcPr/>
                </a:tc>
                <a:tc>
                  <a:txBody>
                    <a:bodyPr/>
                    <a:lstStyle/>
                    <a:p>
                      <a:pPr marL="0" indent="0">
                        <a:buFont typeface="Arial"/>
                        <a:buNone/>
                      </a:pPr>
                      <a:r>
                        <a:rPr lang="en-AU" sz="1400" b="1" baseline="0" dirty="0">
                          <a:solidFill>
                            <a:schemeClr val="lt1"/>
                          </a:solidFill>
                          <a:latin typeface="+mn-lt"/>
                        </a:rPr>
                        <a:t>Technology Details</a:t>
                      </a:r>
                      <a:endParaRPr lang="en-AU" sz="1400" b="1" baseline="0" dirty="0">
                        <a:solidFill>
                          <a:schemeClr val="bg1"/>
                        </a:solidFill>
                        <a:latin typeface="+mj-lt"/>
                      </a:endParaRPr>
                    </a:p>
                  </a:txBody>
                  <a:tcPr/>
                </a:tc>
                <a:extLst>
                  <a:ext uri="{0D108BD9-81ED-4DB2-BD59-A6C34878D82A}">
                    <a16:rowId xmlns:a16="http://schemas.microsoft.com/office/drawing/2014/main" val="10000"/>
                  </a:ext>
                </a:extLst>
              </a:tr>
              <a:tr h="370840">
                <a:tc>
                  <a:txBody>
                    <a:bodyPr/>
                    <a:lstStyle/>
                    <a:p>
                      <a:r>
                        <a:rPr lang="en-AU" sz="1000" b="0" kern="1200" dirty="0">
                          <a:solidFill>
                            <a:schemeClr val="tx2"/>
                          </a:solidFill>
                          <a:effectLst/>
                          <a:latin typeface="+mn-lt"/>
                          <a:ea typeface="+mn-ea"/>
                          <a:cs typeface="+mn-cs"/>
                        </a:rPr>
                        <a:t>Highly</a:t>
                      </a:r>
                      <a:r>
                        <a:rPr lang="en-AU" sz="1000" b="0" kern="1200" baseline="0" dirty="0">
                          <a:solidFill>
                            <a:schemeClr val="tx2"/>
                          </a:solidFill>
                          <a:effectLst/>
                          <a:latin typeface="+mn-lt"/>
                          <a:ea typeface="+mn-ea"/>
                          <a:cs typeface="+mn-cs"/>
                        </a:rPr>
                        <a:t> Available</a:t>
                      </a:r>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1"/>
                  </a:ext>
                </a:extLst>
              </a:tr>
              <a:tr h="370840">
                <a:tc>
                  <a:txBody>
                    <a:bodyPr/>
                    <a:lstStyle/>
                    <a:p>
                      <a:r>
                        <a:rPr lang="en-AU" sz="1000" b="0" kern="1200" dirty="0">
                          <a:solidFill>
                            <a:schemeClr val="tx2"/>
                          </a:solidFill>
                          <a:effectLst/>
                          <a:latin typeface="+mn-lt"/>
                          <a:ea typeface="+mn-ea"/>
                          <a:cs typeface="+mn-cs"/>
                        </a:rPr>
                        <a:t>Disaster</a:t>
                      </a:r>
                      <a:r>
                        <a:rPr lang="en-AU" sz="1000" b="0" kern="1200" baseline="0" dirty="0">
                          <a:solidFill>
                            <a:schemeClr val="tx2"/>
                          </a:solidFill>
                          <a:effectLst/>
                          <a:latin typeface="+mn-lt"/>
                          <a:ea typeface="+mn-ea"/>
                          <a:cs typeface="+mn-cs"/>
                        </a:rPr>
                        <a:t> Recovery</a:t>
                      </a:r>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AU" sz="1000" b="0" kern="1200" dirty="0">
                          <a:solidFill>
                            <a:schemeClr val="tx2"/>
                          </a:solidFill>
                          <a:effectLst/>
                          <a:latin typeface="+mn-lt"/>
                          <a:ea typeface="+mn-ea"/>
                          <a:cs typeface="+mn-cs"/>
                        </a:rPr>
                        <a:t>Performance</a:t>
                      </a: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3"/>
                  </a:ext>
                </a:extLst>
              </a:tr>
              <a:tr h="370840">
                <a:tc>
                  <a:txBody>
                    <a:bodyPr/>
                    <a:lstStyle/>
                    <a:p>
                      <a:r>
                        <a:rPr lang="en-AU" sz="1000" b="0" kern="1200" dirty="0">
                          <a:solidFill>
                            <a:schemeClr val="tx2"/>
                          </a:solidFill>
                          <a:effectLst/>
                          <a:latin typeface="+mn-lt"/>
                          <a:ea typeface="+mn-ea"/>
                          <a:cs typeface="+mn-cs"/>
                        </a:rPr>
                        <a:t>Load</a:t>
                      </a: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4"/>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5"/>
                  </a:ext>
                </a:extLst>
              </a:tr>
              <a:tr h="370840">
                <a:tc>
                  <a:txBody>
                    <a:bodyPr/>
                    <a:lstStyle/>
                    <a:p>
                      <a:endParaRPr lang="en-AU" sz="1000" b="0" kern="1200" dirty="0">
                        <a:solidFill>
                          <a:schemeClr val="tx2"/>
                        </a:solidFill>
                        <a:effectLst/>
                        <a:latin typeface="+mn-lt"/>
                        <a:ea typeface="+mn-ea"/>
                        <a:cs typeface="+mn-cs"/>
                      </a:endParaRPr>
                    </a:p>
                  </a:txBody>
                  <a:tcPr/>
                </a:tc>
                <a:tc>
                  <a:txBody>
                    <a:bodyPr/>
                    <a:lstStyle/>
                    <a:p>
                      <a:pPr marL="0" indent="0">
                        <a:buFont typeface="Arial" pitchFamily="34" charset="0"/>
                        <a:buNone/>
                      </a:pPr>
                      <a:endParaRPr lang="en-AU" sz="1000" b="0" kern="1200" dirty="0">
                        <a:solidFill>
                          <a:schemeClr val="tx2"/>
                        </a:solidFill>
                        <a:effectLst/>
                        <a:latin typeface="+mn-lt"/>
                        <a:ea typeface="+mn-ea"/>
                        <a:cs typeface="+mn-cs"/>
                      </a:endParaRPr>
                    </a:p>
                  </a:txBody>
                  <a:tcPr/>
                </a:tc>
                <a:extLst>
                  <a:ext uri="{0D108BD9-81ED-4DB2-BD59-A6C34878D82A}">
                    <a16:rowId xmlns:a16="http://schemas.microsoft.com/office/drawing/2014/main" val="10006"/>
                  </a:ext>
                </a:extLst>
              </a:tr>
            </a:tbl>
          </a:graphicData>
        </a:graphic>
      </p:graphicFrame>
      <p:sp>
        <p:nvSpPr>
          <p:cNvPr id="6" name="Slide Number Placeholder 3">
            <a:extLst>
              <a:ext uri="{FF2B5EF4-FFF2-40B4-BE49-F238E27FC236}">
                <a16:creationId xmlns:a16="http://schemas.microsoft.com/office/drawing/2014/main" id="{16BADB65-0334-4CE9-B218-C01B487E95A3}"/>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12</a:t>
            </a:fld>
            <a:endParaRPr lang="en-AU" dirty="0">
              <a:solidFill>
                <a:srgbClr val="000000"/>
              </a:solidFill>
            </a:endParaRPr>
          </a:p>
        </p:txBody>
      </p:sp>
    </p:spTree>
    <p:extLst>
      <p:ext uri="{BB962C8B-B14F-4D97-AF65-F5344CB8AC3E}">
        <p14:creationId xmlns:p14="http://schemas.microsoft.com/office/powerpoint/2010/main" val="55675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AU" dirty="0"/>
              <a:t>Review of conforming Principles</a:t>
            </a:r>
          </a:p>
        </p:txBody>
      </p:sp>
      <p:sp>
        <p:nvSpPr>
          <p:cNvPr id="3" name="Slide Number Placeholder 2"/>
          <p:cNvSpPr>
            <a:spLocks noGrp="1"/>
          </p:cNvSpPr>
          <p:nvPr>
            <p:ph type="sldNum" sz="quarter" idx="16"/>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B5B9D3B-F0E9-431E-9E82-0F3ACC0B5906}" type="slidenum">
              <a:rPr kumimoji="0" lang="en-AU" sz="10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AU" sz="1000" b="0" i="0" u="none" strike="noStrike" kern="1200" cap="none" spc="0" normalizeH="0" baseline="0" noProof="0">
              <a:ln>
                <a:noFill/>
              </a:ln>
              <a:solidFill>
                <a:srgbClr val="000000"/>
              </a:solidFill>
              <a:effectLst/>
              <a:uLnTx/>
              <a:uFillTx/>
              <a:latin typeface="Arial"/>
              <a:ea typeface="+mn-ea"/>
              <a:cs typeface="Arial" pitchFamily="34" charset="0"/>
            </a:endParaRPr>
          </a:p>
        </p:txBody>
      </p:sp>
      <p:sp>
        <p:nvSpPr>
          <p:cNvPr id="5" name="Title 4"/>
          <p:cNvSpPr>
            <a:spLocks noGrp="1"/>
          </p:cNvSpPr>
          <p:nvPr>
            <p:ph type="title"/>
          </p:nvPr>
        </p:nvSpPr>
        <p:spPr/>
        <p:txBody>
          <a:bodyPr/>
          <a:lstStyle/>
          <a:p>
            <a:r>
              <a:rPr lang="en-AU" dirty="0"/>
              <a:t>IT and Architecture Principles Summary</a:t>
            </a:r>
          </a:p>
        </p:txBody>
      </p:sp>
      <p:graphicFrame>
        <p:nvGraphicFramePr>
          <p:cNvPr id="7" name="Table 6">
            <a:extLst>
              <a:ext uri="{FF2B5EF4-FFF2-40B4-BE49-F238E27FC236}">
                <a16:creationId xmlns:a16="http://schemas.microsoft.com/office/drawing/2014/main" id="{96D322DF-8B6A-4916-9F21-4BEBB75D213A}"/>
              </a:ext>
            </a:extLst>
          </p:cNvPr>
          <p:cNvGraphicFramePr>
            <a:graphicFrameLocks noGrp="1"/>
          </p:cNvGraphicFramePr>
          <p:nvPr>
            <p:extLst>
              <p:ext uri="{D42A27DB-BD31-4B8C-83A1-F6EECF244321}">
                <p14:modId xmlns:p14="http://schemas.microsoft.com/office/powerpoint/2010/main" val="4017372282"/>
              </p:ext>
            </p:extLst>
          </p:nvPr>
        </p:nvGraphicFramePr>
        <p:xfrm>
          <a:off x="334872" y="997581"/>
          <a:ext cx="10191039" cy="1920549"/>
        </p:xfrm>
        <a:graphic>
          <a:graphicData uri="http://schemas.openxmlformats.org/drawingml/2006/table">
            <a:tbl>
              <a:tblPr firstRow="1" bandRow="1"/>
              <a:tblGrid>
                <a:gridCol w="698995">
                  <a:extLst>
                    <a:ext uri="{9D8B030D-6E8A-4147-A177-3AD203B41FA5}">
                      <a16:colId xmlns:a16="http://schemas.microsoft.com/office/drawing/2014/main" val="3957947377"/>
                    </a:ext>
                  </a:extLst>
                </a:gridCol>
                <a:gridCol w="552781">
                  <a:extLst>
                    <a:ext uri="{9D8B030D-6E8A-4147-A177-3AD203B41FA5}">
                      <a16:colId xmlns:a16="http://schemas.microsoft.com/office/drawing/2014/main" val="3571434867"/>
                    </a:ext>
                  </a:extLst>
                </a:gridCol>
                <a:gridCol w="1911044">
                  <a:extLst>
                    <a:ext uri="{9D8B030D-6E8A-4147-A177-3AD203B41FA5}">
                      <a16:colId xmlns:a16="http://schemas.microsoft.com/office/drawing/2014/main" val="3078940894"/>
                    </a:ext>
                  </a:extLst>
                </a:gridCol>
                <a:gridCol w="7028219">
                  <a:extLst>
                    <a:ext uri="{9D8B030D-6E8A-4147-A177-3AD203B41FA5}">
                      <a16:colId xmlns:a16="http://schemas.microsoft.com/office/drawing/2014/main" val="186970492"/>
                    </a:ext>
                  </a:extLst>
                </a:gridCol>
              </a:tblGrid>
              <a:tr h="208002">
                <a:tc>
                  <a:txBody>
                    <a:bodyPr/>
                    <a:lstStyle/>
                    <a:p>
                      <a:pPr algn="ctr" rtl="0" fontAlgn="ctr"/>
                      <a:r>
                        <a:rPr lang="en-AU" sz="800" b="1" i="0" u="none" strike="noStrike">
                          <a:solidFill>
                            <a:srgbClr val="FFFFFF"/>
                          </a:solidFill>
                          <a:effectLst/>
                          <a:latin typeface="Arial" panose="020B0604020202020204" pitchFamily="34" charset="0"/>
                        </a:rPr>
                        <a:t>Compliance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ctr" rtl="0" fontAlgn="ctr"/>
                      <a:r>
                        <a:rPr lang="en-AU" sz="800" b="1" i="0" u="none" strike="noStrike">
                          <a:solidFill>
                            <a:srgbClr val="FFFFFF"/>
                          </a:solidFill>
                          <a:effectLst/>
                          <a:latin typeface="Arial" panose="020B0604020202020204" pitchFamily="34" charset="0"/>
                        </a:rPr>
                        <a:t>ID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l" rtl="0" fontAlgn="ctr"/>
                      <a:r>
                        <a:rPr lang="en-AU" sz="800" b="1" i="0" u="none" strike="noStrike" dirty="0">
                          <a:solidFill>
                            <a:srgbClr val="FFFFFF"/>
                          </a:solidFill>
                          <a:effectLst/>
                          <a:latin typeface="Arial" panose="020B0604020202020204" pitchFamily="34" charset="0"/>
                        </a:rPr>
                        <a:t> IT Objectives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l" rtl="0" fontAlgn="ctr"/>
                      <a:r>
                        <a:rPr lang="en-AU" sz="800" b="1" i="0" u="none" strike="noStrike">
                          <a:solidFill>
                            <a:srgbClr val="FFFFFF"/>
                          </a:solidFill>
                          <a:effectLst/>
                          <a:latin typeface="Arial" panose="020B0604020202020204" pitchFamily="34" charset="0"/>
                        </a:rPr>
                        <a:t> Statement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extLst>
                  <a:ext uri="{0D108BD9-81ED-4DB2-BD59-A6C34878D82A}">
                    <a16:rowId xmlns:a16="http://schemas.microsoft.com/office/drawing/2014/main" val="1275676076"/>
                  </a:ext>
                </a:extLst>
              </a:tr>
              <a:tr h="291202">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dirty="0">
                          <a:solidFill>
                            <a:srgbClr val="000000"/>
                          </a:solidFill>
                          <a:effectLst/>
                          <a:latin typeface="Arial" panose="020B0604020202020204" pitchFamily="34" charset="0"/>
                        </a:rPr>
                        <a:t>EA-01</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a:solidFill>
                            <a:srgbClr val="000000"/>
                          </a:solidFill>
                          <a:effectLst/>
                          <a:latin typeface="Arial" panose="020B0604020202020204" pitchFamily="34" charset="0"/>
                        </a:rPr>
                        <a:t>Leverage IT assets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dirty="0">
                          <a:solidFill>
                            <a:srgbClr val="000000"/>
                          </a:solidFill>
                          <a:effectLst/>
                          <a:latin typeface="Arial" panose="020B0604020202020204" pitchFamily="34" charset="0"/>
                        </a:rPr>
                        <a:t>Leverage in the context of The Star IT, is the ability to maximise return from IT assets such as data, applications &amp; integration, infrastructure and network.</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2649011591"/>
                  </a:ext>
                </a:extLst>
              </a:tr>
              <a:tr h="284269">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EA-02</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AU" sz="800" b="0" i="0" u="none" strike="noStrike">
                          <a:solidFill>
                            <a:srgbClr val="000000"/>
                          </a:solidFill>
                          <a:effectLst/>
                          <a:latin typeface="Arial" panose="020B0604020202020204" pitchFamily="34" charset="0"/>
                        </a:rPr>
                        <a:t>Enable new business capability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This objective involves IT providing an ability to utilise new technology to produce innovative new products and an ability to use existing technology in new and novel ways.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3048348876"/>
                  </a:ext>
                </a:extLst>
              </a:tr>
              <a:tr h="284269">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EA-03</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a:solidFill>
                            <a:srgbClr val="000000"/>
                          </a:solidFill>
                          <a:effectLst/>
                          <a:latin typeface="Arial" panose="020B0604020202020204" pitchFamily="34" charset="0"/>
                        </a:rPr>
                        <a:t>Reduce IT risk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dirty="0">
                          <a:solidFill>
                            <a:srgbClr val="000000"/>
                          </a:solidFill>
                          <a:effectLst/>
                          <a:latin typeface="Arial" panose="020B0604020202020204" pitchFamily="34" charset="0"/>
                        </a:rPr>
                        <a:t>Inherent in reducing IT risk is the ability to </a:t>
                      </a:r>
                      <a:r>
                        <a:rPr lang="en-US" sz="800" b="0" i="0" u="none" strike="noStrike" dirty="0" err="1">
                          <a:solidFill>
                            <a:srgbClr val="000000"/>
                          </a:solidFill>
                          <a:effectLst/>
                          <a:latin typeface="Arial" panose="020B0604020202020204" pitchFamily="34" charset="0"/>
                        </a:rPr>
                        <a:t>minimise</a:t>
                      </a:r>
                      <a:r>
                        <a:rPr lang="en-US" sz="800" b="0" i="0" u="none" strike="noStrike" dirty="0">
                          <a:solidFill>
                            <a:srgbClr val="000000"/>
                          </a:solidFill>
                          <a:effectLst/>
                          <a:latin typeface="Arial" panose="020B0604020202020204" pitchFamily="34" charset="0"/>
                        </a:rPr>
                        <a:t> exposure to untried or unproven infrastructure, system software and applications or unproven combinations of these components.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1583831871"/>
                  </a:ext>
                </a:extLst>
              </a:tr>
              <a:tr h="284269">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EA-04</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AU" sz="800" b="0" i="0" u="none" strike="noStrike">
                          <a:solidFill>
                            <a:srgbClr val="000000"/>
                          </a:solidFill>
                          <a:effectLst/>
                          <a:latin typeface="Arial" panose="020B0604020202020204" pitchFamily="34" charset="0"/>
                        </a:rPr>
                        <a:t>Minimise IT costs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Reducing IT costs requires efficiency improvements that reduce costs in application and infrastructure operations and maintenance.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2922427016"/>
                  </a:ext>
                </a:extLst>
              </a:tr>
              <a:tr h="284269">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EA-05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dirty="0">
                          <a:solidFill>
                            <a:srgbClr val="000000"/>
                          </a:solidFill>
                          <a:effectLst/>
                          <a:latin typeface="Arial" panose="020B0604020202020204" pitchFamily="34" charset="0"/>
                        </a:rPr>
                        <a:t>Increase IT flexibility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Flexibility involves the ability to rapidly establish new products and business processes using existing IT systems. This enhances the competitiveness of The Star and its ability to respond to market conditions rapidly.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531635024"/>
                  </a:ext>
                </a:extLst>
              </a:tr>
              <a:tr h="284269">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dirty="0">
                          <a:solidFill>
                            <a:srgbClr val="000000"/>
                          </a:solidFill>
                          <a:effectLst/>
                          <a:latin typeface="Arial" panose="020B0604020202020204" pitchFamily="34" charset="0"/>
                        </a:rPr>
                        <a:t>EA-06</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AU" sz="800" b="0" i="0" u="none" strike="noStrike">
                          <a:solidFill>
                            <a:srgbClr val="000000"/>
                          </a:solidFill>
                          <a:effectLst/>
                          <a:latin typeface="Arial" panose="020B0604020202020204" pitchFamily="34" charset="0"/>
                        </a:rPr>
                        <a:t>Improve speed to market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dirty="0">
                          <a:solidFill>
                            <a:srgbClr val="000000"/>
                          </a:solidFill>
                          <a:effectLst/>
                          <a:latin typeface="Arial" panose="020B0604020202020204" pitchFamily="34" charset="0"/>
                        </a:rPr>
                        <a:t>Speed to market from an IT context means an ability to apply changes to existing applications or deploy new applications in a timeframe that is congruent with business drivers.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1885767950"/>
                  </a:ext>
                </a:extLst>
              </a:tr>
            </a:tbl>
          </a:graphicData>
        </a:graphic>
      </p:graphicFrame>
      <p:graphicFrame>
        <p:nvGraphicFramePr>
          <p:cNvPr id="9" name="Table 8">
            <a:extLst>
              <a:ext uri="{FF2B5EF4-FFF2-40B4-BE49-F238E27FC236}">
                <a16:creationId xmlns:a16="http://schemas.microsoft.com/office/drawing/2014/main" id="{86CCCF3C-6648-4B57-B960-9B91A1F3A476}"/>
              </a:ext>
            </a:extLst>
          </p:cNvPr>
          <p:cNvGraphicFramePr>
            <a:graphicFrameLocks noGrp="1"/>
          </p:cNvGraphicFramePr>
          <p:nvPr>
            <p:extLst>
              <p:ext uri="{D42A27DB-BD31-4B8C-83A1-F6EECF244321}">
                <p14:modId xmlns:p14="http://schemas.microsoft.com/office/powerpoint/2010/main" val="2307500429"/>
              </p:ext>
            </p:extLst>
          </p:nvPr>
        </p:nvGraphicFramePr>
        <p:xfrm>
          <a:off x="334874" y="3079825"/>
          <a:ext cx="10191041" cy="3433172"/>
        </p:xfrm>
        <a:graphic>
          <a:graphicData uri="http://schemas.openxmlformats.org/drawingml/2006/table">
            <a:tbl>
              <a:tblPr firstRow="1" bandRow="1"/>
              <a:tblGrid>
                <a:gridCol w="670185">
                  <a:extLst>
                    <a:ext uri="{9D8B030D-6E8A-4147-A177-3AD203B41FA5}">
                      <a16:colId xmlns:a16="http://schemas.microsoft.com/office/drawing/2014/main" val="1035978601"/>
                    </a:ext>
                  </a:extLst>
                </a:gridCol>
                <a:gridCol w="554459">
                  <a:extLst>
                    <a:ext uri="{9D8B030D-6E8A-4147-A177-3AD203B41FA5}">
                      <a16:colId xmlns:a16="http://schemas.microsoft.com/office/drawing/2014/main" val="2346673595"/>
                    </a:ext>
                  </a:extLst>
                </a:gridCol>
                <a:gridCol w="1916845">
                  <a:extLst>
                    <a:ext uri="{9D8B030D-6E8A-4147-A177-3AD203B41FA5}">
                      <a16:colId xmlns:a16="http://schemas.microsoft.com/office/drawing/2014/main" val="1733629400"/>
                    </a:ext>
                  </a:extLst>
                </a:gridCol>
                <a:gridCol w="7049552">
                  <a:extLst>
                    <a:ext uri="{9D8B030D-6E8A-4147-A177-3AD203B41FA5}">
                      <a16:colId xmlns:a16="http://schemas.microsoft.com/office/drawing/2014/main" val="3673462197"/>
                    </a:ext>
                  </a:extLst>
                </a:gridCol>
              </a:tblGrid>
              <a:tr h="219606">
                <a:tc>
                  <a:txBody>
                    <a:bodyPr/>
                    <a:lstStyle/>
                    <a:p>
                      <a:pPr algn="ctr" rtl="0" fontAlgn="ctr"/>
                      <a:r>
                        <a:rPr lang="en-AU" sz="800" b="1" i="0" u="none" strike="noStrike">
                          <a:solidFill>
                            <a:srgbClr val="FFFFFF"/>
                          </a:solidFill>
                          <a:effectLst/>
                          <a:latin typeface="Arial" panose="020B0604020202020204" pitchFamily="34" charset="0"/>
                        </a:rPr>
                        <a:t>Compliance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ctr" rtl="0" fontAlgn="ctr"/>
                      <a:r>
                        <a:rPr lang="en-AU" sz="800" b="1" i="0" u="none" strike="noStrike">
                          <a:solidFill>
                            <a:srgbClr val="FFFFFF"/>
                          </a:solidFill>
                          <a:effectLst/>
                          <a:latin typeface="Arial" panose="020B0604020202020204" pitchFamily="34" charset="0"/>
                        </a:rPr>
                        <a:t>ID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l" rtl="0" fontAlgn="ctr"/>
                      <a:r>
                        <a:rPr lang="en-AU" sz="800" b="1" i="0" u="none" strike="noStrike">
                          <a:solidFill>
                            <a:srgbClr val="FFFFFF"/>
                          </a:solidFill>
                          <a:effectLst/>
                          <a:latin typeface="Arial" panose="020B0604020202020204" pitchFamily="34" charset="0"/>
                        </a:rPr>
                        <a:t> IT Strategic Principles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tc>
                  <a:txBody>
                    <a:bodyPr/>
                    <a:lstStyle/>
                    <a:p>
                      <a:pPr algn="l" rtl="0" fontAlgn="ctr"/>
                      <a:r>
                        <a:rPr lang="en-AU" sz="800" b="1" i="0" u="none" strike="noStrike" dirty="0">
                          <a:solidFill>
                            <a:srgbClr val="FFFFFF"/>
                          </a:solidFill>
                          <a:effectLst/>
                          <a:latin typeface="Arial" panose="020B0604020202020204" pitchFamily="34" charset="0"/>
                        </a:rPr>
                        <a:t> Statement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4A54B"/>
                    </a:solidFill>
                  </a:tcPr>
                </a:tc>
                <a:extLst>
                  <a:ext uri="{0D108BD9-81ED-4DB2-BD59-A6C34878D82A}">
                    <a16:rowId xmlns:a16="http://schemas.microsoft.com/office/drawing/2014/main" val="116472447"/>
                  </a:ext>
                </a:extLst>
              </a:tr>
              <a:tr h="30744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EA-S1</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Think The Star Entertainment Group first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Solutions will consider the enterprise impact of architectural decisions.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3058694348"/>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EA-S2</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Abide by the agreed principles and governance framework</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IT and Business units must agree the EA framework. EA objectives must be understood and agreed.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760593167"/>
                  </a:ext>
                </a:extLst>
              </a:tr>
              <a:tr h="446532">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EA-S3</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Data is an enterprise asset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Data and information are shared resources across The Star and must be managed accordingly. The Star must recognise that data is not ‘owned’ by any one organisational unit, instead it is an asset that should be made available and shared across the enterprise.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3158794721"/>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EA-S4</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Reuse before buy or build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The approach to deployment of new IT applications, services and infrastructure is to reuse existing capability. If existing capability does not meet required capability, then a “buy” option should be considered before a “build” option.</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3095383508"/>
                  </a:ext>
                </a:extLst>
              </a:tr>
              <a:tr h="219606">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EA-S5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a:solidFill>
                            <a:srgbClr val="000000"/>
                          </a:solidFill>
                          <a:effectLst/>
                          <a:latin typeface="Arial" panose="020B0604020202020204" pitchFamily="34" charset="0"/>
                        </a:rPr>
                        <a:t>Secure by design</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Security and compliance are embedded into business, application &amp; integration, data and technology architecture.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3090659686"/>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EA-S6</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AU" sz="800" b="0" i="0" u="none" strike="noStrike">
                          <a:solidFill>
                            <a:srgbClr val="000000"/>
                          </a:solidFill>
                          <a:effectLst/>
                          <a:latin typeface="Arial" panose="020B0604020202020204" pitchFamily="34" charset="0"/>
                        </a:rPr>
                        <a:t>Simple solutions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IT will be as simple as possible. Where complexity is required, it will be encapsulated and hidden behind an interface that is as simple as possible.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607994759"/>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EA-S7</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a:solidFill>
                            <a:srgbClr val="000000"/>
                          </a:solidFill>
                          <a:effectLst/>
                          <a:latin typeface="Arial" panose="020B0604020202020204" pitchFamily="34" charset="0"/>
                        </a:rPr>
                        <a:t>Reliable, Scalable, Available and Manageable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IT solutions will conform to non-functional requirements as agreed with the business stakeholders and ensure that it will meet fundamental criteria for reliability, scalability, availability and manageability.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1767251465"/>
                  </a:ext>
                </a:extLst>
              </a:tr>
              <a:tr h="219606">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EA-S8</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AU" sz="800" b="0" i="0" u="none" strike="noStrike">
                          <a:solidFill>
                            <a:srgbClr val="000000"/>
                          </a:solidFill>
                          <a:effectLst/>
                          <a:latin typeface="Arial" panose="020B0604020202020204" pitchFamily="34" charset="0"/>
                        </a:rPr>
                        <a:t>Consider Cloud First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Consider cloud first, when fit for purpose and commercially sound.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2757025908"/>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a:solidFill>
                            <a:srgbClr val="000000"/>
                          </a:solidFill>
                          <a:effectLst/>
                          <a:latin typeface="Arial" panose="020B0604020202020204" pitchFamily="34" charset="0"/>
                        </a:rPr>
                        <a:t>EA-S9</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Open standards technology widely adopted and supported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a:solidFill>
                            <a:srgbClr val="000000"/>
                          </a:solidFill>
                          <a:effectLst/>
                          <a:latin typeface="Arial" panose="020B0604020202020204" pitchFamily="34" charset="0"/>
                        </a:rPr>
                        <a:t>Current technology that is secure, scalable, reliable, proven &amp; built on industry recognised open standards should be adopted and the use of proprietary, speciality, niche technologies and standards to be avoided.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1262952764"/>
                  </a:ext>
                </a:extLst>
              </a:tr>
              <a:tr h="300128">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ctr" rtl="0" fontAlgn="ctr"/>
                      <a:r>
                        <a:rPr lang="en-AU" sz="800" b="0" i="0" u="none" strike="noStrike">
                          <a:solidFill>
                            <a:srgbClr val="000000"/>
                          </a:solidFill>
                          <a:effectLst/>
                          <a:latin typeface="Arial" panose="020B0604020202020204" pitchFamily="34" charset="0"/>
                        </a:rPr>
                        <a:t>EA-S10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Design for change over design to last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tc>
                  <a:txBody>
                    <a:bodyPr/>
                    <a:lstStyle/>
                    <a:p>
                      <a:pPr algn="l" rtl="0" fontAlgn="ctr"/>
                      <a:r>
                        <a:rPr lang="en-US" sz="800" b="0" i="0" u="none" strike="noStrike">
                          <a:solidFill>
                            <a:srgbClr val="000000"/>
                          </a:solidFill>
                          <a:effectLst/>
                          <a:latin typeface="Arial" panose="020B0604020202020204" pitchFamily="34" charset="0"/>
                        </a:rPr>
                        <a:t>Design applications and systems so they can evolve over time to address new requirements and challenges.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0E9"/>
                    </a:solidFill>
                  </a:tcPr>
                </a:tc>
                <a:extLst>
                  <a:ext uri="{0D108BD9-81ED-4DB2-BD59-A6C34878D82A}">
                    <a16:rowId xmlns:a16="http://schemas.microsoft.com/office/drawing/2014/main" val="3880769550"/>
                  </a:ext>
                </a:extLst>
              </a:tr>
              <a:tr h="219606">
                <a:tc>
                  <a:txBody>
                    <a:bodyPr/>
                    <a:lstStyle/>
                    <a:p>
                      <a:pPr algn="ctr" rtl="0" fontAlgn="ctr"/>
                      <a:r>
                        <a:rPr lang="en-AU" sz="800" b="0" i="0" u="none" strike="noStrike">
                          <a:solidFill>
                            <a:srgbClr val="00B050"/>
                          </a:solidFill>
                          <a:effectLst/>
                          <a:latin typeface="Arial" panose="020B0604020202020204" pitchFamily="34" charset="0"/>
                        </a:rPr>
                        <a:t>✔</a:t>
                      </a:r>
                      <a:r>
                        <a:rPr lang="en-AU" sz="800" b="0" i="0" u="none" strike="noStrike">
                          <a:solidFill>
                            <a:srgbClr val="FF0000"/>
                          </a:solidFill>
                          <a:effectLst/>
                          <a:latin typeface="Arial" panose="020B0604020202020204" pitchFamily="34" charset="0"/>
                        </a:rPr>
                        <a:t>✕</a:t>
                      </a:r>
                      <a:endParaRPr lang="en-AU" sz="800" b="0" i="0" u="none" strike="noStrike">
                        <a:solidFill>
                          <a:srgbClr val="00B050"/>
                        </a:solidFill>
                        <a:effectLst/>
                        <a:latin typeface="Arial" panose="020B06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ctr" rtl="0" fontAlgn="ctr"/>
                      <a:r>
                        <a:rPr lang="en-AU" sz="800" b="0" i="0" u="none" strike="noStrike" dirty="0">
                          <a:solidFill>
                            <a:srgbClr val="000000"/>
                          </a:solidFill>
                          <a:effectLst/>
                          <a:latin typeface="Arial" panose="020B0604020202020204" pitchFamily="34" charset="0"/>
                        </a:rPr>
                        <a:t>EA-S11</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AU" sz="800" b="0" i="0" u="none" strike="noStrike">
                          <a:solidFill>
                            <a:srgbClr val="000000"/>
                          </a:solidFill>
                          <a:effectLst/>
                          <a:latin typeface="Arial" panose="020B0604020202020204" pitchFamily="34" charset="0"/>
                        </a:rPr>
                        <a:t>Think Mobility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tc>
                  <a:txBody>
                    <a:bodyPr/>
                    <a:lstStyle/>
                    <a:p>
                      <a:pPr algn="l" rtl="0" fontAlgn="ctr"/>
                      <a:r>
                        <a:rPr lang="en-US" sz="800" b="0" i="0" u="none" strike="noStrike" dirty="0">
                          <a:solidFill>
                            <a:srgbClr val="000000"/>
                          </a:solidFill>
                          <a:effectLst/>
                          <a:latin typeface="Arial" panose="020B0604020202020204" pitchFamily="34" charset="0"/>
                        </a:rPr>
                        <a:t>Design applications and systems to maximise the locations from which they can be used.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1D0"/>
                    </a:solidFill>
                  </a:tcPr>
                </a:tc>
                <a:extLst>
                  <a:ext uri="{0D108BD9-81ED-4DB2-BD59-A6C34878D82A}">
                    <a16:rowId xmlns:a16="http://schemas.microsoft.com/office/drawing/2014/main" val="2568425370"/>
                  </a:ext>
                </a:extLst>
              </a:tr>
            </a:tbl>
          </a:graphicData>
        </a:graphic>
      </p:graphicFrame>
      <p:sp>
        <p:nvSpPr>
          <p:cNvPr id="11" name="TextBox 10">
            <a:extLst>
              <a:ext uri="{FF2B5EF4-FFF2-40B4-BE49-F238E27FC236}">
                <a16:creationId xmlns:a16="http://schemas.microsoft.com/office/drawing/2014/main" id="{0EDCEDDD-7C6B-48ED-88DD-3F27EF8832B3}"/>
              </a:ext>
            </a:extLst>
          </p:cNvPr>
          <p:cNvSpPr txBox="1"/>
          <p:nvPr/>
        </p:nvSpPr>
        <p:spPr>
          <a:xfrm>
            <a:off x="8305226" y="6534000"/>
            <a:ext cx="2275688" cy="215999"/>
          </a:xfrm>
          <a:prstGeom prst="rect">
            <a:avLst/>
          </a:prstGeom>
          <a:noFill/>
        </p:spPr>
        <p:txBody>
          <a:bodyPr wrap="square">
            <a:spAutoFit/>
          </a:bodyPr>
          <a:lstStyle/>
          <a:p>
            <a:r>
              <a:rPr lang="en-AU" sz="800" dirty="0">
                <a:solidFill>
                  <a:schemeClr val="tx2"/>
                </a:solidFill>
                <a:latin typeface="+mn-lt"/>
                <a:cs typeface="+mn-cs"/>
              </a:rPr>
              <a:t>Reference: </a:t>
            </a:r>
            <a:r>
              <a:rPr lang="en-AU" sz="800" dirty="0">
                <a:solidFill>
                  <a:schemeClr val="tx2"/>
                </a:solidFill>
                <a:latin typeface="+mn-lt"/>
                <a:cs typeface="+mn-cs"/>
                <a:hlinkClick r:id="rId3"/>
              </a:rPr>
              <a:t>Enterprise Architecture Principles</a:t>
            </a:r>
            <a:endParaRPr lang="en-AU" sz="800" b="0" kern="1200" dirty="0">
              <a:solidFill>
                <a:schemeClr val="tx2"/>
              </a:solidFill>
              <a:effectLst/>
              <a:latin typeface="+mn-lt"/>
              <a:ea typeface="+mn-ea"/>
              <a:cs typeface="+mn-cs"/>
            </a:endParaRPr>
          </a:p>
        </p:txBody>
      </p:sp>
    </p:spTree>
    <p:extLst>
      <p:ext uri="{BB962C8B-B14F-4D97-AF65-F5344CB8AC3E}">
        <p14:creationId xmlns:p14="http://schemas.microsoft.com/office/powerpoint/2010/main" val="365381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 Design Authority</a:t>
            </a:r>
          </a:p>
        </p:txBody>
      </p:sp>
      <p:sp>
        <p:nvSpPr>
          <p:cNvPr id="4" name="Text Placeholder 3"/>
          <p:cNvSpPr>
            <a:spLocks noGrp="1"/>
          </p:cNvSpPr>
          <p:nvPr>
            <p:ph type="body" sz="quarter" idx="14"/>
          </p:nvPr>
        </p:nvSpPr>
        <p:spPr/>
        <p:txBody>
          <a:bodyPr/>
          <a:lstStyle/>
          <a:p>
            <a:r>
              <a:rPr lang="en-AU" dirty="0"/>
              <a:t>ARIM Rating Assessment</a:t>
            </a:r>
          </a:p>
        </p:txBody>
      </p:sp>
      <p:graphicFrame>
        <p:nvGraphicFramePr>
          <p:cNvPr id="9" name="Table 8"/>
          <p:cNvGraphicFramePr>
            <a:graphicFrameLocks noGrp="1"/>
          </p:cNvGraphicFramePr>
          <p:nvPr/>
        </p:nvGraphicFramePr>
        <p:xfrm>
          <a:off x="2412842" y="1723154"/>
          <a:ext cx="6917768" cy="3855720"/>
        </p:xfrm>
        <a:graphic>
          <a:graphicData uri="http://schemas.openxmlformats.org/drawingml/2006/table">
            <a:tbl>
              <a:tblPr firstRow="1" bandRow="1">
                <a:tableStyleId>{5C22544A-7EE6-4342-B048-85BDC9FD1C3A}</a:tableStyleId>
              </a:tblPr>
              <a:tblGrid>
                <a:gridCol w="1029424">
                  <a:extLst>
                    <a:ext uri="{9D8B030D-6E8A-4147-A177-3AD203B41FA5}">
                      <a16:colId xmlns:a16="http://schemas.microsoft.com/office/drawing/2014/main" val="3666688735"/>
                    </a:ext>
                  </a:extLst>
                </a:gridCol>
                <a:gridCol w="4712688">
                  <a:extLst>
                    <a:ext uri="{9D8B030D-6E8A-4147-A177-3AD203B41FA5}">
                      <a16:colId xmlns:a16="http://schemas.microsoft.com/office/drawing/2014/main" val="647707509"/>
                    </a:ext>
                  </a:extLst>
                </a:gridCol>
                <a:gridCol w="1175656">
                  <a:extLst>
                    <a:ext uri="{9D8B030D-6E8A-4147-A177-3AD203B41FA5}">
                      <a16:colId xmlns:a16="http://schemas.microsoft.com/office/drawing/2014/main" val="11750006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lt1"/>
                          </a:solidFill>
                          <a:effectLst/>
                          <a:latin typeface="+mn-lt"/>
                          <a:ea typeface="+mn-ea"/>
                          <a:cs typeface="+mn-cs"/>
                        </a:rPr>
                        <a:t>Solution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lt1"/>
                          </a:solidFill>
                          <a:effectLst/>
                          <a:latin typeface="+mn-lt"/>
                          <a:ea typeface="+mn-ea"/>
                          <a:cs typeface="+mn-cs"/>
                        </a:rPr>
                        <a:t>Assessment</a:t>
                      </a:r>
                      <a:r>
                        <a:rPr lang="en-AU" sz="1200" dirty="0">
                          <a:solidFill>
                            <a:schemeClr val="tx2"/>
                          </a:solidFill>
                        </a:rPr>
                        <a:t> </a:t>
                      </a:r>
                      <a:r>
                        <a:rPr lang="en-AU" sz="1200" b="1" kern="1200" dirty="0">
                          <a:solidFill>
                            <a:schemeClr val="lt1"/>
                          </a:solidFill>
                          <a:effectLst/>
                          <a:latin typeface="+mn-lt"/>
                          <a:ea typeface="+mn-ea"/>
                          <a:cs typeface="+mn-cs"/>
                        </a:rPr>
                        <a:t>Question</a:t>
                      </a:r>
                    </a:p>
                  </a:txBody>
                  <a:tcPr/>
                </a:tc>
                <a:tc>
                  <a:txBody>
                    <a:bodyPr/>
                    <a:lstStyle/>
                    <a:p>
                      <a:pPr algn="ctr"/>
                      <a:r>
                        <a:rPr lang="en-AU" sz="1200" b="1" kern="1200" dirty="0">
                          <a:solidFill>
                            <a:schemeClr val="lt1"/>
                          </a:solidFill>
                          <a:effectLst/>
                          <a:latin typeface="+mn-lt"/>
                          <a:ea typeface="+mn-ea"/>
                          <a:cs typeface="+mn-cs"/>
                        </a:rPr>
                        <a:t>ARIM</a:t>
                      </a:r>
                      <a:r>
                        <a:rPr lang="en-AU" sz="1200" dirty="0">
                          <a:solidFill>
                            <a:schemeClr val="tx1"/>
                          </a:solidFill>
                        </a:rPr>
                        <a:t> </a:t>
                      </a:r>
                      <a:r>
                        <a:rPr lang="en-AU" sz="1200" b="1" kern="1200" dirty="0">
                          <a:solidFill>
                            <a:schemeClr val="lt1"/>
                          </a:solidFill>
                          <a:effectLst/>
                          <a:latin typeface="+mn-lt"/>
                          <a:ea typeface="+mn-ea"/>
                          <a:cs typeface="+mn-cs"/>
                        </a:rPr>
                        <a:t>Rating</a:t>
                      </a:r>
                    </a:p>
                  </a:txBody>
                  <a:tcPr/>
                </a:tc>
                <a:extLst>
                  <a:ext uri="{0D108BD9-81ED-4DB2-BD59-A6C34878D82A}">
                    <a16:rowId xmlns:a16="http://schemas.microsoft.com/office/drawing/2014/main" val="130504046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solidFill>
                          <a:schemeClr val="tx2"/>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new applications being introduced?</a:t>
                      </a:r>
                      <a:endParaRPr lang="en-AU" sz="1200" dirty="0">
                        <a:solidFill>
                          <a:schemeClr val="tx2"/>
                        </a:solidFill>
                      </a:endParaRPr>
                    </a:p>
                  </a:txBody>
                  <a:tcPr/>
                </a:tc>
                <a:tc>
                  <a:txBody>
                    <a:bodyPr/>
                    <a:lstStyle/>
                    <a:p>
                      <a:pPr algn="ctr"/>
                      <a:r>
                        <a:rPr lang="en-AU" sz="1200" dirty="0"/>
                        <a:t>3</a:t>
                      </a:r>
                    </a:p>
                  </a:txBody>
                  <a:tcPr/>
                </a:tc>
                <a:extLst>
                  <a:ext uri="{0D108BD9-81ED-4DB2-BD59-A6C34878D82A}">
                    <a16:rowId xmlns:a16="http://schemas.microsoft.com/office/drawing/2014/main" val="3978932255"/>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new interfaces being created inside the</a:t>
                      </a:r>
                      <a:r>
                        <a:rPr lang="en-AU" sz="1200" kern="1200" baseline="0" dirty="0">
                          <a:solidFill>
                            <a:schemeClr val="tx2"/>
                          </a:solidFill>
                          <a:effectLst/>
                          <a:latin typeface="+mn-lt"/>
                          <a:ea typeface="+mn-ea"/>
                          <a:cs typeface="+mn-cs"/>
                        </a:rPr>
                        <a:t> company</a:t>
                      </a:r>
                      <a:r>
                        <a:rPr lang="en-AU" sz="1200" kern="1200" dirty="0">
                          <a:solidFill>
                            <a:schemeClr val="tx2"/>
                          </a:solidFill>
                          <a:effectLst/>
                          <a:latin typeface="+mn-lt"/>
                          <a:ea typeface="+mn-ea"/>
                          <a:cs typeface="+mn-cs"/>
                        </a:rPr>
                        <a:t>?</a:t>
                      </a:r>
                      <a:endParaRPr lang="en-AU" sz="1200" dirty="0">
                        <a:solidFill>
                          <a:schemeClr val="tx2"/>
                        </a:solidFill>
                      </a:endParaRPr>
                    </a:p>
                    <a:p>
                      <a:endParaRPr lang="en-AU" sz="1200" dirty="0"/>
                    </a:p>
                  </a:txBody>
                  <a:tcPr/>
                </a:tc>
                <a:tc>
                  <a:txBody>
                    <a:bodyPr/>
                    <a:lstStyle/>
                    <a:p>
                      <a:pPr algn="ctr"/>
                      <a:r>
                        <a:rPr lang="en-AU" sz="1200" dirty="0"/>
                        <a:t>1</a:t>
                      </a:r>
                    </a:p>
                  </a:txBody>
                  <a:tcPr/>
                </a:tc>
                <a:extLst>
                  <a:ext uri="{0D108BD9-81ED-4DB2-BD59-A6C34878D82A}">
                    <a16:rowId xmlns:a16="http://schemas.microsoft.com/office/drawing/2014/main" val="1827395142"/>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new interfaces with outside entities being created?</a:t>
                      </a:r>
                      <a:endParaRPr lang="en-AU" sz="1200" dirty="0">
                        <a:solidFill>
                          <a:schemeClr val="tx2"/>
                        </a:solidFill>
                      </a:endParaRPr>
                    </a:p>
                    <a:p>
                      <a:endParaRPr lang="en-AU" sz="1200" dirty="0"/>
                    </a:p>
                  </a:txBody>
                  <a:tcPr/>
                </a:tc>
                <a:tc>
                  <a:txBody>
                    <a:bodyPr/>
                    <a:lstStyle/>
                    <a:p>
                      <a:pPr algn="ctr"/>
                      <a:r>
                        <a:rPr lang="en-AU" sz="1200" dirty="0"/>
                        <a:t>3</a:t>
                      </a:r>
                    </a:p>
                  </a:txBody>
                  <a:tcPr/>
                </a:tc>
                <a:extLst>
                  <a:ext uri="{0D108BD9-81ED-4DB2-BD59-A6C34878D82A}">
                    <a16:rowId xmlns:a16="http://schemas.microsoft.com/office/drawing/2014/main" val="534478303"/>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new business workflows being introduced?</a:t>
                      </a:r>
                      <a:endParaRPr lang="en-AU" sz="1200" dirty="0">
                        <a:solidFill>
                          <a:schemeClr val="tx2"/>
                        </a:solidFill>
                      </a:endParaRPr>
                    </a:p>
                    <a:p>
                      <a:endParaRPr lang="en-AU" sz="1200" dirty="0"/>
                    </a:p>
                  </a:txBody>
                  <a:tcPr/>
                </a:tc>
                <a:tc>
                  <a:txBody>
                    <a:bodyPr/>
                    <a:lstStyle/>
                    <a:p>
                      <a:pPr algn="ctr"/>
                      <a:r>
                        <a:rPr lang="en-AU" sz="1200" dirty="0"/>
                        <a:t>2</a:t>
                      </a:r>
                    </a:p>
                  </a:txBody>
                  <a:tcPr/>
                </a:tc>
                <a:extLst>
                  <a:ext uri="{0D108BD9-81ED-4DB2-BD59-A6C34878D82A}">
                    <a16:rowId xmlns:a16="http://schemas.microsoft.com/office/drawing/2014/main" val="3501381976"/>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increased Business Volumes?</a:t>
                      </a:r>
                      <a:endParaRPr lang="en-AU" sz="1200" dirty="0">
                        <a:solidFill>
                          <a:schemeClr val="tx2"/>
                        </a:solidFill>
                      </a:endParaRPr>
                    </a:p>
                    <a:p>
                      <a:endParaRPr lang="en-AU" sz="1200" dirty="0"/>
                    </a:p>
                  </a:txBody>
                  <a:tcPr/>
                </a:tc>
                <a:tc>
                  <a:txBody>
                    <a:bodyPr/>
                    <a:lstStyle/>
                    <a:p>
                      <a:pPr algn="ctr"/>
                      <a:r>
                        <a:rPr lang="en-AU" sz="1200" dirty="0"/>
                        <a:t>2</a:t>
                      </a:r>
                    </a:p>
                  </a:txBody>
                  <a:tcPr/>
                </a:tc>
                <a:extLst>
                  <a:ext uri="{0D108BD9-81ED-4DB2-BD59-A6C34878D82A}">
                    <a16:rowId xmlns:a16="http://schemas.microsoft.com/office/drawing/2014/main" val="2718520894"/>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changes to SLAs?</a:t>
                      </a:r>
                      <a:endParaRPr lang="en-AU" sz="1200" dirty="0">
                        <a:solidFill>
                          <a:schemeClr val="tx2"/>
                        </a:solidFill>
                      </a:endParaRPr>
                    </a:p>
                    <a:p>
                      <a:endParaRPr lang="en-AU" sz="1200" dirty="0"/>
                    </a:p>
                  </a:txBody>
                  <a:tcPr/>
                </a:tc>
                <a:tc>
                  <a:txBody>
                    <a:bodyPr/>
                    <a:lstStyle/>
                    <a:p>
                      <a:pPr algn="ctr"/>
                      <a:r>
                        <a:rPr lang="en-AU" sz="1200" dirty="0"/>
                        <a:t>3</a:t>
                      </a:r>
                    </a:p>
                  </a:txBody>
                  <a:tcPr/>
                </a:tc>
                <a:extLst>
                  <a:ext uri="{0D108BD9-81ED-4DB2-BD59-A6C34878D82A}">
                    <a16:rowId xmlns:a16="http://schemas.microsoft.com/office/drawing/2014/main" val="984383603"/>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changes to underlying infrastructure?</a:t>
                      </a:r>
                      <a:endParaRPr lang="en-AU" sz="1200" dirty="0">
                        <a:solidFill>
                          <a:schemeClr val="tx2"/>
                        </a:solidFill>
                      </a:endParaRPr>
                    </a:p>
                    <a:p>
                      <a:endParaRPr lang="en-AU" sz="1200" dirty="0"/>
                    </a:p>
                  </a:txBody>
                  <a:tcPr/>
                </a:tc>
                <a:tc>
                  <a:txBody>
                    <a:bodyPr/>
                    <a:lstStyle/>
                    <a:p>
                      <a:pPr algn="ctr"/>
                      <a:r>
                        <a:rPr lang="en-AU" sz="1200" dirty="0"/>
                        <a:t>2</a:t>
                      </a:r>
                    </a:p>
                  </a:txBody>
                  <a:tcPr/>
                </a:tc>
                <a:extLst>
                  <a:ext uri="{0D108BD9-81ED-4DB2-BD59-A6C34878D82A}">
                    <a16:rowId xmlns:a16="http://schemas.microsoft.com/office/drawing/2014/main" val="4063226871"/>
                  </a:ext>
                </a:extLst>
              </a:tr>
              <a:tr h="370840">
                <a:tc>
                  <a:txBody>
                    <a:bodyPr/>
                    <a:lstStyle/>
                    <a:p>
                      <a:pPr algn="ctr"/>
                      <a:r>
                        <a:rPr lang="en-AU" sz="1200" dirty="0">
                          <a:solidFill>
                            <a:srgbClr val="00B050"/>
                          </a:solidFill>
                          <a:latin typeface="+mn-lt"/>
                          <a:cs typeface="+mn-cs"/>
                        </a:rPr>
                        <a:t>✔</a:t>
                      </a:r>
                      <a:r>
                        <a:rPr lang="en-AU" sz="1200" dirty="0">
                          <a:solidFill>
                            <a:srgbClr val="FF0000"/>
                          </a:solidFill>
                          <a:latin typeface="+mn-lt"/>
                          <a:cs typeface="+mn-cs"/>
                        </a:rPr>
                        <a:t>✕</a:t>
                      </a:r>
                      <a:endParaRPr lang="en-AU"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2"/>
                          </a:solidFill>
                          <a:effectLst/>
                          <a:latin typeface="+mn-lt"/>
                          <a:ea typeface="+mn-ea"/>
                          <a:cs typeface="+mn-cs"/>
                        </a:rPr>
                        <a:t>Are there any violations of key architecture principles / standards?</a:t>
                      </a:r>
                      <a:endParaRPr lang="en-AU" sz="1200" dirty="0"/>
                    </a:p>
                  </a:txBody>
                  <a:tcPr/>
                </a:tc>
                <a:tc>
                  <a:txBody>
                    <a:bodyPr/>
                    <a:lstStyle/>
                    <a:p>
                      <a:pPr algn="ctr"/>
                      <a:r>
                        <a:rPr lang="en-AU" sz="1200" dirty="0"/>
                        <a:t>2</a:t>
                      </a:r>
                    </a:p>
                  </a:txBody>
                  <a:tcPr/>
                </a:tc>
                <a:extLst>
                  <a:ext uri="{0D108BD9-81ED-4DB2-BD59-A6C34878D82A}">
                    <a16:rowId xmlns:a16="http://schemas.microsoft.com/office/drawing/2014/main" val="3386978763"/>
                  </a:ext>
                </a:extLst>
              </a:tr>
            </a:tbl>
          </a:graphicData>
        </a:graphic>
      </p:graphicFrame>
      <p:sp>
        <p:nvSpPr>
          <p:cNvPr id="8" name="Slide Number Placeholder 3">
            <a:extLst>
              <a:ext uri="{FF2B5EF4-FFF2-40B4-BE49-F238E27FC236}">
                <a16:creationId xmlns:a16="http://schemas.microsoft.com/office/drawing/2014/main" id="{DF2E6022-01D1-443D-B5DC-9D3D66019C01}"/>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14</a:t>
            </a:fld>
            <a:endParaRPr lang="en-AU" dirty="0">
              <a:solidFill>
                <a:srgbClr val="000000"/>
              </a:solidFill>
            </a:endParaRPr>
          </a:p>
        </p:txBody>
      </p:sp>
    </p:spTree>
    <p:extLst>
      <p:ext uri="{BB962C8B-B14F-4D97-AF65-F5344CB8AC3E}">
        <p14:creationId xmlns:p14="http://schemas.microsoft.com/office/powerpoint/2010/main" val="99536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6219825" y="1818994"/>
            <a:ext cx="4695825" cy="378392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t" anchorCtr="0"/>
          <a:lstStyle/>
          <a:p>
            <a:r>
              <a:rPr lang="en-US" dirty="0">
                <a:solidFill>
                  <a:schemeClr val="tx1"/>
                </a:solidFill>
              </a:rPr>
              <a:t>Overall Comments:</a:t>
            </a:r>
          </a:p>
          <a:p>
            <a:endParaRPr lang="en-US" dirty="0">
              <a:solidFill>
                <a:schemeClr val="tx1"/>
              </a:solidFill>
            </a:endParaRPr>
          </a:p>
        </p:txBody>
      </p:sp>
      <p:sp>
        <p:nvSpPr>
          <p:cNvPr id="10" name="TextBox 9"/>
          <p:cNvSpPr txBox="1"/>
          <p:nvPr/>
        </p:nvSpPr>
        <p:spPr>
          <a:xfrm>
            <a:off x="2192437" y="1909084"/>
            <a:ext cx="3241667" cy="357930"/>
          </a:xfrm>
          <a:prstGeom prst="rect">
            <a:avLst/>
          </a:prstGeom>
          <a:noFill/>
        </p:spPr>
        <p:txBody>
          <a:bodyPr wrap="square" lIns="80147" tIns="40074" rIns="80147" bIns="40074" rtlCol="0">
            <a:spAutoFit/>
          </a:bodyPr>
          <a:lstStyle/>
          <a:p>
            <a:endParaRPr lang="en-US" dirty="0"/>
          </a:p>
        </p:txBody>
      </p:sp>
      <p:sp>
        <p:nvSpPr>
          <p:cNvPr id="12" name="TextBox 11"/>
          <p:cNvSpPr txBox="1"/>
          <p:nvPr/>
        </p:nvSpPr>
        <p:spPr>
          <a:xfrm>
            <a:off x="2025925" y="2468550"/>
            <a:ext cx="3927200" cy="357930"/>
          </a:xfrm>
          <a:prstGeom prst="rect">
            <a:avLst/>
          </a:prstGeom>
          <a:noFill/>
        </p:spPr>
        <p:txBody>
          <a:bodyPr wrap="square" lIns="80147" tIns="40074" rIns="80147" bIns="40074" rtlCol="0">
            <a:spAutoFit/>
          </a:bodyPr>
          <a:lstStyle/>
          <a:p>
            <a:r>
              <a:rPr lang="en-US" dirty="0"/>
              <a:t>Conforms to the 5 Year Plan (Y/N)</a:t>
            </a:r>
          </a:p>
        </p:txBody>
      </p:sp>
      <p:sp>
        <p:nvSpPr>
          <p:cNvPr id="18" name="TextBox 17"/>
          <p:cNvSpPr txBox="1"/>
          <p:nvPr/>
        </p:nvSpPr>
        <p:spPr>
          <a:xfrm>
            <a:off x="2035078" y="4287480"/>
            <a:ext cx="3937097" cy="911927"/>
          </a:xfrm>
          <a:prstGeom prst="rect">
            <a:avLst/>
          </a:prstGeom>
          <a:noFill/>
        </p:spPr>
        <p:txBody>
          <a:bodyPr wrap="square" lIns="80147" tIns="40074" rIns="80147" bIns="40074" rtlCol="0">
            <a:spAutoFit/>
          </a:bodyPr>
          <a:lstStyle/>
          <a:p>
            <a:r>
              <a:rPr lang="en-US" dirty="0"/>
              <a:t>Rating: Accept (A), Accept with conditions (AC), Reject (R) or (E) Exception</a:t>
            </a:r>
          </a:p>
        </p:txBody>
      </p:sp>
      <p:sp>
        <p:nvSpPr>
          <p:cNvPr id="19" name="TextBox 18"/>
          <p:cNvSpPr txBox="1"/>
          <p:nvPr/>
        </p:nvSpPr>
        <p:spPr>
          <a:xfrm>
            <a:off x="2025924" y="1840391"/>
            <a:ext cx="3927201" cy="634929"/>
          </a:xfrm>
          <a:prstGeom prst="rect">
            <a:avLst/>
          </a:prstGeom>
          <a:noFill/>
        </p:spPr>
        <p:txBody>
          <a:bodyPr wrap="square" lIns="80147" tIns="40074" rIns="80147" bIns="40074" rtlCol="0">
            <a:spAutoFit/>
          </a:bodyPr>
          <a:lstStyle/>
          <a:p>
            <a:r>
              <a:rPr lang="en-US" dirty="0"/>
              <a:t>Conforms to Architecture Principles (Y/N)</a:t>
            </a:r>
          </a:p>
        </p:txBody>
      </p:sp>
      <p:sp>
        <p:nvSpPr>
          <p:cNvPr id="21" name="TextBox 20"/>
          <p:cNvSpPr txBox="1"/>
          <p:nvPr/>
        </p:nvSpPr>
        <p:spPr>
          <a:xfrm>
            <a:off x="2016028" y="3155358"/>
            <a:ext cx="3937097" cy="357930"/>
          </a:xfrm>
          <a:prstGeom prst="rect">
            <a:avLst/>
          </a:prstGeom>
          <a:noFill/>
        </p:spPr>
        <p:txBody>
          <a:bodyPr wrap="square" lIns="80147" tIns="40074" rIns="80147" bIns="40074" rtlCol="0">
            <a:spAutoFit/>
          </a:bodyPr>
          <a:lstStyle/>
          <a:p>
            <a:r>
              <a:rPr lang="en-US" dirty="0"/>
              <a:t>Initial ARIM rating</a:t>
            </a:r>
          </a:p>
        </p:txBody>
      </p:sp>
      <p:sp>
        <p:nvSpPr>
          <p:cNvPr id="23" name="TextBox 22"/>
          <p:cNvSpPr txBox="1"/>
          <p:nvPr/>
        </p:nvSpPr>
        <p:spPr>
          <a:xfrm>
            <a:off x="2244971" y="1108535"/>
            <a:ext cx="7702061" cy="395780"/>
          </a:xfrm>
          <a:prstGeom prst="rect">
            <a:avLst/>
          </a:prstGeom>
          <a:noFill/>
        </p:spPr>
        <p:txBody>
          <a:bodyPr wrap="square" lIns="56672" tIns="28336" rIns="56672" bIns="28336" rtlCol="0">
            <a:spAutoFit/>
          </a:bodyPr>
          <a:lstStyle/>
          <a:p>
            <a:pPr algn="ctr"/>
            <a:r>
              <a:rPr lang="en-GB" sz="2200" i="1" dirty="0">
                <a:solidFill>
                  <a:schemeClr val="tx2"/>
                </a:solidFill>
                <a:ea typeface="Segoe UI Symbol" pitchFamily="34" charset="0"/>
                <a:cs typeface="Arial" pitchFamily="34" charset="0"/>
              </a:rPr>
              <a:t>Justification for Design Authority Decision </a:t>
            </a:r>
            <a:endParaRPr lang="en-GB" sz="2200" i="1" dirty="0">
              <a:solidFill>
                <a:schemeClr val="tx2"/>
              </a:solidFill>
              <a:ea typeface="Segoe UI Symbol" pitchFamily="34" charset="0"/>
            </a:endParaRPr>
          </a:p>
        </p:txBody>
      </p:sp>
      <p:sp>
        <p:nvSpPr>
          <p:cNvPr id="25" name="Rounded Rectangle 24"/>
          <p:cNvSpPr/>
          <p:nvPr/>
        </p:nvSpPr>
        <p:spPr>
          <a:xfrm>
            <a:off x="1397264" y="1897476"/>
            <a:ext cx="510462" cy="34104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sz="1600" dirty="0">
              <a:solidFill>
                <a:schemeClr val="tx1"/>
              </a:solidFill>
            </a:endParaRPr>
          </a:p>
        </p:txBody>
      </p:sp>
      <p:sp>
        <p:nvSpPr>
          <p:cNvPr id="26" name="Rounded Rectangle 25"/>
          <p:cNvSpPr/>
          <p:nvPr/>
        </p:nvSpPr>
        <p:spPr>
          <a:xfrm>
            <a:off x="1400991" y="2517491"/>
            <a:ext cx="510462" cy="34104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sz="1600" dirty="0">
              <a:solidFill>
                <a:schemeClr val="tx1"/>
              </a:solidFill>
            </a:endParaRPr>
          </a:p>
        </p:txBody>
      </p:sp>
      <p:sp>
        <p:nvSpPr>
          <p:cNvPr id="27" name="Rounded Rectangle 26"/>
          <p:cNvSpPr/>
          <p:nvPr/>
        </p:nvSpPr>
        <p:spPr>
          <a:xfrm>
            <a:off x="1400991" y="3155359"/>
            <a:ext cx="510462" cy="34104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sz="1600" dirty="0">
              <a:solidFill>
                <a:schemeClr val="tx1"/>
              </a:solidFill>
            </a:endParaRPr>
          </a:p>
        </p:txBody>
      </p:sp>
      <p:sp>
        <p:nvSpPr>
          <p:cNvPr id="28" name="Rounded Rectangle 27"/>
          <p:cNvSpPr/>
          <p:nvPr/>
        </p:nvSpPr>
        <p:spPr>
          <a:xfrm>
            <a:off x="1400991" y="4431095"/>
            <a:ext cx="510462" cy="34104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sz="1600" dirty="0">
              <a:solidFill>
                <a:schemeClr val="tx1"/>
              </a:solidFill>
            </a:endParaRPr>
          </a:p>
        </p:txBody>
      </p:sp>
      <p:sp>
        <p:nvSpPr>
          <p:cNvPr id="2" name="Title 1"/>
          <p:cNvSpPr>
            <a:spLocks noGrp="1"/>
          </p:cNvSpPr>
          <p:nvPr>
            <p:ph type="title"/>
          </p:nvPr>
        </p:nvSpPr>
        <p:spPr/>
        <p:txBody>
          <a:bodyPr/>
          <a:lstStyle/>
          <a:p>
            <a:r>
              <a:rPr lang="en-AU" dirty="0"/>
              <a:t>Architecture Design Review</a:t>
            </a:r>
          </a:p>
        </p:txBody>
      </p:sp>
      <p:sp>
        <p:nvSpPr>
          <p:cNvPr id="3" name="Text Placeholder 2"/>
          <p:cNvSpPr>
            <a:spLocks noGrp="1"/>
          </p:cNvSpPr>
          <p:nvPr>
            <p:ph type="body" sz="quarter" idx="14"/>
          </p:nvPr>
        </p:nvSpPr>
        <p:spPr/>
        <p:txBody>
          <a:bodyPr/>
          <a:lstStyle/>
          <a:p>
            <a:r>
              <a:rPr lang="en-US" dirty="0">
                <a:solidFill>
                  <a:schemeClr val="hlink"/>
                </a:solidFill>
              </a:rPr>
              <a:t>Architecture Design Authority Decision</a:t>
            </a:r>
          </a:p>
          <a:p>
            <a:endParaRPr lang="en-AU" dirty="0"/>
          </a:p>
        </p:txBody>
      </p:sp>
      <p:sp>
        <p:nvSpPr>
          <p:cNvPr id="16" name="Slide Number Placeholder 3">
            <a:extLst>
              <a:ext uri="{FF2B5EF4-FFF2-40B4-BE49-F238E27FC236}">
                <a16:creationId xmlns:a16="http://schemas.microsoft.com/office/drawing/2014/main" id="{A2CD1D3F-069B-44AC-97A9-09CEBA472DDA}"/>
              </a:ext>
            </a:extLst>
          </p:cNvPr>
          <p:cNvSpPr>
            <a:spLocks noGrp="1"/>
          </p:cNvSpPr>
          <p:nvPr>
            <p:ph type="sldNum" sz="quarter" idx="11"/>
          </p:nvPr>
        </p:nvSpPr>
        <p:spPr>
          <a:xfrm>
            <a:off x="10432845" y="6512997"/>
            <a:ext cx="1422515" cy="216000"/>
          </a:xfrm>
        </p:spPr>
        <p:txBody>
          <a:bodyPr/>
          <a:lstStyle/>
          <a:p>
            <a:pPr fontAlgn="auto">
              <a:spcBef>
                <a:spcPts val="0"/>
              </a:spcBef>
              <a:spcAft>
                <a:spcPts val="0"/>
              </a:spcAft>
            </a:pPr>
            <a:fld id="{CE1B70CE-F4BC-4B6F-A663-B479B5E51611}" type="slidenum">
              <a:rPr lang="en-AU" smtClean="0">
                <a:solidFill>
                  <a:srgbClr val="000000"/>
                </a:solidFill>
              </a:rPr>
              <a:pPr fontAlgn="auto">
                <a:spcBef>
                  <a:spcPts val="0"/>
                </a:spcBef>
                <a:spcAft>
                  <a:spcPts val="0"/>
                </a:spcAft>
              </a:pPr>
              <a:t>15</a:t>
            </a:fld>
            <a:endParaRPr lang="en-AU" dirty="0">
              <a:solidFill>
                <a:srgbClr val="000000"/>
              </a:solidFill>
            </a:endParaRPr>
          </a:p>
        </p:txBody>
      </p:sp>
      <p:sp>
        <p:nvSpPr>
          <p:cNvPr id="4" name="TextBox 3">
            <a:extLst>
              <a:ext uri="{FF2B5EF4-FFF2-40B4-BE49-F238E27FC236}">
                <a16:creationId xmlns:a16="http://schemas.microsoft.com/office/drawing/2014/main" id="{DE5F4FDC-9140-E7C4-070B-5D99ED500E87}"/>
              </a:ext>
            </a:extLst>
          </p:cNvPr>
          <p:cNvSpPr txBox="1"/>
          <p:nvPr/>
        </p:nvSpPr>
        <p:spPr>
          <a:xfrm>
            <a:off x="2035079" y="3772439"/>
            <a:ext cx="3937097" cy="357930"/>
          </a:xfrm>
          <a:prstGeom prst="rect">
            <a:avLst/>
          </a:prstGeom>
          <a:noFill/>
        </p:spPr>
        <p:txBody>
          <a:bodyPr wrap="square" lIns="80147" tIns="40074" rIns="80147" bIns="40074" rtlCol="0">
            <a:spAutoFit/>
          </a:bodyPr>
          <a:lstStyle/>
          <a:p>
            <a:r>
              <a:rPr lang="en-US" dirty="0"/>
              <a:t>Application Tier Level (1, 2 or 3) </a:t>
            </a:r>
          </a:p>
        </p:txBody>
      </p:sp>
      <p:sp>
        <p:nvSpPr>
          <p:cNvPr id="5" name="Rounded Rectangle 27">
            <a:extLst>
              <a:ext uri="{FF2B5EF4-FFF2-40B4-BE49-F238E27FC236}">
                <a16:creationId xmlns:a16="http://schemas.microsoft.com/office/drawing/2014/main" id="{5E5A77ED-8C0D-9D59-73A3-3B0714E4D840}"/>
              </a:ext>
            </a:extLst>
          </p:cNvPr>
          <p:cNvSpPr/>
          <p:nvPr/>
        </p:nvSpPr>
        <p:spPr>
          <a:xfrm>
            <a:off x="1397264" y="3793227"/>
            <a:ext cx="510462" cy="34104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80147" tIns="40074" rIns="80147" bIns="40074" rtlCol="0" anchor="ctr"/>
          <a:lstStyle/>
          <a:p>
            <a:pPr algn="ctr"/>
            <a:endParaRPr lang="en-US" sz="1600" dirty="0">
              <a:solidFill>
                <a:schemeClr val="tx1"/>
              </a:solidFill>
            </a:endParaRPr>
          </a:p>
        </p:txBody>
      </p:sp>
    </p:spTree>
    <p:extLst>
      <p:ext uri="{BB962C8B-B14F-4D97-AF65-F5344CB8AC3E}">
        <p14:creationId xmlns:p14="http://schemas.microsoft.com/office/powerpoint/2010/main" val="3068823814"/>
      </p:ext>
    </p:extLst>
  </p:cSld>
  <p:clrMapOvr>
    <a:masterClrMapping/>
  </p:clrMapOvr>
</p:sld>
</file>

<file path=ppt/theme/theme1.xml><?xml version="1.0" encoding="utf-8"?>
<a:theme xmlns:a="http://schemas.openxmlformats.org/drawingml/2006/main" name="1_TheStar_Master">
  <a:themeElements>
    <a:clrScheme name="The Star PPT">
      <a:dk1>
        <a:srgbClr val="000000"/>
      </a:dk1>
      <a:lt1>
        <a:sysClr val="window" lastClr="FFFFFF"/>
      </a:lt1>
      <a:dk2>
        <a:srgbClr val="000000"/>
      </a:dk2>
      <a:lt2>
        <a:srgbClr val="FFFFFF"/>
      </a:lt2>
      <a:accent1>
        <a:srgbClr val="C4A54B"/>
      </a:accent1>
      <a:accent2>
        <a:srgbClr val="242424"/>
      </a:accent2>
      <a:accent3>
        <a:srgbClr val="A1A1A1"/>
      </a:accent3>
      <a:accent4>
        <a:srgbClr val="611B1E"/>
      </a:accent4>
      <a:accent5>
        <a:srgbClr val="C21B24"/>
      </a:accent5>
      <a:accent6>
        <a:srgbClr val="E6E6E6"/>
      </a:accent6>
      <a:hlink>
        <a:srgbClr val="000000"/>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4" id="{C36AAFAC-3F9D-4E3F-9077-906671D7E2AF}" vid="{2ADA945D-8494-47F5-80EA-053E45A77ED5}"/>
    </a:ext>
  </a:extLst>
</a:theme>
</file>

<file path=ppt/theme/theme2.xml><?xml version="1.0" encoding="utf-8"?>
<a:theme xmlns:a="http://schemas.openxmlformats.org/drawingml/2006/main" name="2_TheStar_Master">
  <a:themeElements>
    <a:clrScheme name="The Star PPT">
      <a:dk1>
        <a:srgbClr val="000000"/>
      </a:dk1>
      <a:lt1>
        <a:sysClr val="window" lastClr="FFFFFF"/>
      </a:lt1>
      <a:dk2>
        <a:srgbClr val="000000"/>
      </a:dk2>
      <a:lt2>
        <a:srgbClr val="FFFFFF"/>
      </a:lt2>
      <a:accent1>
        <a:srgbClr val="C4A54B"/>
      </a:accent1>
      <a:accent2>
        <a:srgbClr val="242424"/>
      </a:accent2>
      <a:accent3>
        <a:srgbClr val="A1A1A1"/>
      </a:accent3>
      <a:accent4>
        <a:srgbClr val="611B1E"/>
      </a:accent4>
      <a:accent5>
        <a:srgbClr val="C21B24"/>
      </a:accent5>
      <a:accent6>
        <a:srgbClr val="E6E6E6"/>
      </a:accent6>
      <a:hlink>
        <a:srgbClr val="000000"/>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4" id="{C36AAFAC-3F9D-4E3F-9077-906671D7E2AF}" vid="{2DB535A7-8B7B-483C-A4B1-DA707057B6B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C36AAFAC-3F9D-4E3F-9077-906671D7E2AF}" vid="{612C55C5-9E53-4478-AAD1-69A8E360993D}"/>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3428ff0-34cd-4a80-85dc-a3ff917d0c82">
      <UserInfo>
        <DisplayName>Brice Mills</DisplayName>
        <AccountId>308</AccountId>
        <AccountType/>
      </UserInfo>
    </SharedWithUsers>
    <TaxCatchAll xmlns="13428ff0-34cd-4a80-85dc-a3ff917d0c82" xsi:nil="true"/>
    <lcf76f155ced4ddcb4097134ff3c332f xmlns="46f3588f-f95c-4281-9cbe-269b66573fb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01FD1BA515EEC408409A0F853A3579A" ma:contentTypeVersion="14" ma:contentTypeDescription="Create a new document." ma:contentTypeScope="" ma:versionID="c26b47c73200394a6d9911309bf2d410">
  <xsd:schema xmlns:xsd="http://www.w3.org/2001/XMLSchema" xmlns:xs="http://www.w3.org/2001/XMLSchema" xmlns:p="http://schemas.microsoft.com/office/2006/metadata/properties" xmlns:ns2="13428ff0-34cd-4a80-85dc-a3ff917d0c82" xmlns:ns3="46f3588f-f95c-4281-9cbe-269b66573fb7" targetNamespace="http://schemas.microsoft.com/office/2006/metadata/properties" ma:root="true" ma:fieldsID="b3e60f49f810fdc176cf4b6c2ddfa0c6" ns2:_="" ns3:_="">
    <xsd:import namespace="13428ff0-34cd-4a80-85dc-a3ff917d0c82"/>
    <xsd:import namespace="46f3588f-f95c-4281-9cbe-269b66573fb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Location" minOccurs="0"/>
                <xsd:element ref="ns3:MediaServiceOCR"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428ff0-34cd-4a80-85dc-a3ff917d0c8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1" nillable="true" ma:displayName="Taxonomy Catch All Column" ma:hidden="true" ma:list="{3d9ea3dd-56bc-44b0-8ef2-cd41393958e3}" ma:internalName="TaxCatchAll" ma:showField="CatchAllData" ma:web="13428ff0-34cd-4a80-85dc-a3ff917d0c8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6f3588f-f95c-4281-9cbe-269b66573fb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7af8ecf-3b74-47e3-b5f6-3e48a7697fac"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7F0E22-471A-45FE-878B-AB0FC781B802}">
  <ds:schemaRefs>
    <ds:schemaRef ds:uri="f7c9335d-2ff4-4ed7-a87c-35e0daa6275e"/>
    <ds:schemaRef ds:uri="http://purl.org/dc/terms/"/>
    <ds:schemaRef ds:uri="http://purl.org/dc/dcmitype/"/>
    <ds:schemaRef ds:uri="http://purl.org/dc/elements/1.1/"/>
    <ds:schemaRef ds:uri="http://schemas.microsoft.com/office/2006/metadata/properties"/>
    <ds:schemaRef ds:uri="http://schemas.openxmlformats.org/package/2006/metadata/core-properties"/>
    <ds:schemaRef ds:uri="02883afb-7871-4d94-9588-0597e6a45f4b"/>
    <ds:schemaRef ds:uri="http://schemas.microsoft.com/office/2006/documentManagement/types"/>
    <ds:schemaRef ds:uri="http://www.w3.org/XML/1998/namespace"/>
    <ds:schemaRef ds:uri="http://schemas.microsoft.com/office/infopath/2007/PartnerControls"/>
    <ds:schemaRef ds:uri="503973fc-34aa-4324-a44c-87e5c142575f"/>
    <ds:schemaRef ds:uri="13428ff0-34cd-4a80-85dc-a3ff917d0c82"/>
    <ds:schemaRef ds:uri="46f3588f-f95c-4281-9cbe-269b66573fb7"/>
  </ds:schemaRefs>
</ds:datastoreItem>
</file>

<file path=customXml/itemProps2.xml><?xml version="1.0" encoding="utf-8"?>
<ds:datastoreItem xmlns:ds="http://schemas.openxmlformats.org/officeDocument/2006/customXml" ds:itemID="{CD5036A5-5CDC-46B7-9735-68699789B6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428ff0-34cd-4a80-85dc-a3ff917d0c82"/>
    <ds:schemaRef ds:uri="46f3588f-f95c-4281-9cbe-269b66573f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FEECF7-F92C-4F74-A63B-014674C9757E}">
  <ds:schemaRefs>
    <ds:schemaRef ds:uri="http://schemas.microsoft.com/sharepoint/v3/contenttype/forms"/>
  </ds:schemaRefs>
</ds:datastoreItem>
</file>

<file path=docMetadata/LabelInfo.xml><?xml version="1.0" encoding="utf-8"?>
<clbl:labelList xmlns:clbl="http://schemas.microsoft.com/office/2020/mipLabelMetadata">
  <clbl:label id="{3646aed9-a89a-444a-b91d-6b6d4d0b141d}" enabled="1" method="Privileged" siteId="{9c5bd65e-8d26-4e71-ab4c-682dea1a7f79}" contentBits="1" removed="0"/>
</clbl:labelList>
</file>

<file path=docProps/app.xml><?xml version="1.0" encoding="utf-8"?>
<Properties xmlns="http://schemas.openxmlformats.org/officeDocument/2006/extended-properties" xmlns:vt="http://schemas.openxmlformats.org/officeDocument/2006/docPropsVTypes">
  <Template>1_TheStar_Master</Template>
  <TotalTime>0</TotalTime>
  <Words>1856</Words>
  <Application>Microsoft Macintosh PowerPoint</Application>
  <PresentationFormat>Widescreen</PresentationFormat>
  <Paragraphs>321</Paragraphs>
  <Slides>15</Slides>
  <Notes>14</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15</vt:i4>
      </vt:variant>
    </vt:vector>
  </HeadingPairs>
  <TitlesOfParts>
    <vt:vector size="27" baseType="lpstr">
      <vt:lpstr>Aptos</vt:lpstr>
      <vt:lpstr>Arial</vt:lpstr>
      <vt:lpstr>Arial Body</vt:lpstr>
      <vt:lpstr>Calibri</vt:lpstr>
      <vt:lpstr>Calibri Light</vt:lpstr>
      <vt:lpstr>Georgia</vt:lpstr>
      <vt:lpstr>Gotham Light</vt:lpstr>
      <vt:lpstr>Segoe UI Symbol</vt:lpstr>
      <vt:lpstr>Wingdings</vt:lpstr>
      <vt:lpstr>1_TheStar_Master</vt:lpstr>
      <vt:lpstr>2_TheStar_Master</vt:lpstr>
      <vt:lpstr>Office Theme</vt:lpstr>
      <vt:lpstr>PowerPoint Presentation</vt:lpstr>
      <vt:lpstr>&lt;Solution Name To Go Here&gt;</vt:lpstr>
      <vt:lpstr>Architecture Design Review</vt:lpstr>
      <vt:lpstr>Architecture Design Review</vt:lpstr>
      <vt:lpstr>Architecture Design Review</vt:lpstr>
      <vt:lpstr>Architecture Design Review</vt:lpstr>
      <vt:lpstr>Architecture Design Review</vt:lpstr>
      <vt:lpstr>PowerPoint Presentation</vt:lpstr>
      <vt:lpstr>Architecture Design Review</vt:lpstr>
      <vt:lpstr>Architecture Design Review</vt:lpstr>
      <vt:lpstr>Architecture Design Review</vt:lpstr>
      <vt:lpstr>Architecture Design Review</vt:lpstr>
      <vt:lpstr>IT and Architecture Principles Summary</vt:lpstr>
      <vt:lpstr>Architecture Design Authority</vt:lpstr>
      <vt:lpstr>Architecture Design 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Shaun Struik</dc:creator>
  <cp:keywords/>
  <cp:lastModifiedBy>Shaun Struik</cp:lastModifiedBy>
  <cp:revision>1</cp:revision>
  <cp:lastPrinted>2014-11-11T05:55:01Z</cp:lastPrinted>
  <dcterms:created xsi:type="dcterms:W3CDTF">2026-07-24T03:01:19Z</dcterms:created>
  <dcterms:modified xsi:type="dcterms:W3CDTF">2026-07-24T03:01:57Z</dcterms:modified>
  <cp:category>PowerPoint</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0x0101002EDDAFA3DCBFD04BAD593CFB3AB98C69</vt:lpwstr>
  </property>
  <property fmtid="{D5CDD505-2E9C-101B-9397-08002B2CF9AE}" pid="3" name="_dlc_DocIdItemGuid">
    <vt:lpwstr>86bef3d3-bd89-4a8f-932b-7dc33c1a2f1e</vt:lpwstr>
  </property>
  <property fmtid="{D5CDD505-2E9C-101B-9397-08002B2CF9AE}" pid="4" name="TaxKeyword">
    <vt:lpwstr/>
  </property>
  <property fmtid="{D5CDD505-2E9C-101B-9397-08002B2CF9AE}" pid="5" name="Project Name">
    <vt:lpwstr>Enterprise Architecture</vt:lpwstr>
  </property>
  <property fmtid="{D5CDD505-2E9C-101B-9397-08002B2CF9AE}" pid="6" name="Order">
    <vt:r8>188400</vt:r8>
  </property>
  <property fmtid="{D5CDD505-2E9C-101B-9397-08002B2CF9AE}" pid="7" name="xd_Signature">
    <vt:bool>false</vt:bool>
  </property>
  <property fmtid="{D5CDD505-2E9C-101B-9397-08002B2CF9AE}" pid="8" name="_ExtendedDescription">
    <vt:lpwstr/>
  </property>
  <property fmtid="{D5CDD505-2E9C-101B-9397-08002B2CF9AE}" pid="9" name="SharedWithUsers">
    <vt:lpwstr>1024;#Eric Lewis</vt:lpwstr>
  </property>
  <property fmtid="{D5CDD505-2E9C-101B-9397-08002B2CF9AE}" pid="10" name="xd_ProgID">
    <vt:lpwstr/>
  </property>
  <property fmtid="{D5CDD505-2E9C-101B-9397-08002B2CF9AE}" pid="11" name="_dlc_DocId">
    <vt:lpwstr>TWQQRSJRHR3F-249986139-1884</vt:lpwstr>
  </property>
  <property fmtid="{D5CDD505-2E9C-101B-9397-08002B2CF9AE}" pid="12" name="TriggerFlowInfo">
    <vt:lpwstr/>
  </property>
  <property fmtid="{D5CDD505-2E9C-101B-9397-08002B2CF9AE}" pid="13" name="_dlc_DocIdUrl">
    <vt:lpwstr>https://starentertainmentgroup.sharepoint.com/CTO%20Team/_layouts/15/DocIdRedir.aspx?ID=TWQQRSJRHR3F-249986139-1884, TWQQRSJRHR3F-249986139-1884</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ClassificationContentMarkingHeaderLocations">
    <vt:lpwstr>1_TheStar_Master:5\2_TheStar_Master:5\Office Theme:8</vt:lpwstr>
  </property>
  <property fmtid="{D5CDD505-2E9C-101B-9397-08002B2CF9AE}" pid="19" name="ClassificationContentMarkingHeaderText">
    <vt:lpwstr>COMMERCIAL-IN-CONFIDENCE</vt:lpwstr>
  </property>
</Properties>
</file>